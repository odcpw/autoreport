
<file path=[Content_Types].xml><?xml version="1.0" encoding="utf-8"?>
<Types xmlns="http://schemas.openxmlformats.org/package/2006/content-types">
  <Default xmlns="http://schemas.openxmlformats.org/package/2006/content-types" Extension="emf" ContentType="image/x-emf"/>
  <Default xmlns="http://schemas.openxmlformats.org/package/2006/content-types" Extension="jpeg" ContentType="image/jpeg"/>
  <Default xmlns="http://schemas.openxmlformats.org/package/2006/content-types" Extension="jpg" ContentType="image/jpeg"/>
  <Default xmlns="http://schemas.openxmlformats.org/package/2006/content-types" Extension="png" ContentType="image/png"/>
  <Default xmlns="http://schemas.openxmlformats.org/package/2006/content-types" Extension="rels" ContentType="application/vnd.openxmlformats-package.relationships+xml"/>
  <Default xmlns="http://schemas.openxmlformats.org/package/2006/content-types" Extension="wdp" ContentType="image/vnd.ms-photo"/>
  <Default xmlns="http://schemas.openxmlformats.org/package/2006/content-types" Extension="xml" ContentType="application/xml"/>
  <Override xmlns="http://schemas.openxmlformats.org/package/2006/content-types" PartName="/customXml/itemProps1.xml" ContentType="application/vnd.openxmlformats-officedocument.customXmlProperties+xml"/>
  <Override xmlns="http://schemas.openxmlformats.org/package/2006/content-types" PartName="/customXml/itemProps2.xml" ContentType="application/vnd.openxmlformats-officedocument.customXmlProperties+xml"/>
  <Override xmlns="http://schemas.openxmlformats.org/package/2006/content-types" PartName="/customXml/itemProps3.xml" ContentType="application/vnd.openxmlformats-officedocument.customXmlProperties+xml"/>
  <Override xmlns="http://schemas.openxmlformats.org/package/2006/content-types" PartName="/docMetadata/LabelInfo.xml" ContentType="application/vnd.ms-office.classificationlabels+xml"/>
  <Override xmlns="http://schemas.openxmlformats.org/package/2006/content-types" PartName="/docProps/app.xml" ContentType="application/vnd.openxmlformats-officedocument.extended-properties+xml"/>
  <Override xmlns="http://schemas.openxmlformats.org/package/2006/content-types" PartName="/docProps/core.xml" ContentType="application/vnd.openxmlformats-package.core-properties+xml"/>
  <Override xmlns="http://schemas.openxmlformats.org/package/2006/content-types" PartName="/docProps/custom.xml" ContentType="application/vnd.openxmlformats-officedocument.custom-properties+xml"/>
  <Override xmlns="http://schemas.openxmlformats.org/package/2006/content-types" PartName="/ppt/_rels/presentation.xml.rels" ContentType="application/vnd.openxmlformats-package.relationships+xml"/>
  <Override xmlns="http://schemas.openxmlformats.org/package/2006/content-types" PartName="/ppt/changesInfos/changesInfo1.xml" ContentType="application/vnd.ms-powerpoint.changesinfo+xml"/>
  <Override xmlns="http://schemas.openxmlformats.org/package/2006/content-types" PartName="/ppt/commentAuthors.xml" ContentType="application/vnd.openxmlformats-officedocument.presentationml.commentAuthors+xml"/>
  <Override xmlns="http://schemas.openxmlformats.org/package/2006/content-types" PartName="/ppt/handoutMasters/handoutMaster1.xml" ContentType="application/vnd.openxmlformats-officedocument.presentationml.handoutMaster+xml"/>
  <Override xmlns="http://schemas.openxmlformats.org/package/2006/content-types" PartName="/ppt/ink/ink1.xml" ContentType="application/inkml+xml"/>
  <Override xmlns="http://schemas.openxmlformats.org/package/2006/content-types" PartName="/ppt/ink/ink2.xml" ContentType="application/inkml+xml"/>
  <Override xmlns="http://schemas.openxmlformats.org/package/2006/content-types" PartName="/ppt/notesMasters/notesMaster1.xml" ContentType="application/vnd.openxmlformats-officedocument.presentationml.notesMaster+xml"/>
  <Override xmlns="http://schemas.openxmlformats.org/package/2006/content-types" PartName="/ppt/notesSlides/notesSlide1.xml" ContentType="application/vnd.openxmlformats-officedocument.presentationml.notesSlide+xml"/>
  <Override xmlns="http://schemas.openxmlformats.org/package/2006/content-types" PartName="/ppt/notesSlides/notesSlide2.xml" ContentType="application/vnd.openxmlformats-officedocument.presentationml.notesSlide+xml"/>
  <Override xmlns="http://schemas.openxmlformats.org/package/2006/content-types" PartName="/ppt/notesSlides/notesSlide3.xml" ContentType="application/vnd.openxmlformats-officedocument.presentationml.notesSlide+xml"/>
  <Override xmlns="http://schemas.openxmlformats.org/package/2006/content-types" PartName="/ppt/notesSlides/notesSlide4.xml" ContentType="application/vnd.openxmlformats-officedocument.presentationml.notesSlide+xml"/>
  <Override xmlns="http://schemas.openxmlformats.org/package/2006/content-types" PartName="/ppt/notesSlides/notesSlide5.xml" ContentType="application/vnd.openxmlformats-officedocument.presentationml.notesSlide+xml"/>
  <Override xmlns="http://schemas.openxmlformats.org/package/2006/content-types" PartName="/ppt/notesSlides/notesSlide6.xml" ContentType="application/vnd.openxmlformats-officedocument.presentationml.notesSlide+xml"/>
  <Override xmlns="http://schemas.openxmlformats.org/package/2006/content-types" PartName="/ppt/presProps.xml" ContentType="application/vnd.openxmlformats-officedocument.presentationml.presProps+xml"/>
  <Override xmlns="http://schemas.openxmlformats.org/package/2006/content-types" PartName="/ppt/presentation.xml" ContentType="application/vnd.openxmlformats-officedocument.presentationml.presentation.main+xml"/>
  <Override xmlns="http://schemas.openxmlformats.org/package/2006/content-types" PartName="/ppt/revisionInfo.xml" ContentType="application/vnd.ms-powerpoint.revisioninfo+xml"/>
  <Override xmlns="http://schemas.openxmlformats.org/package/2006/content-types" PartName="/ppt/slideLayouts/_rels/slideLayout19.xml.rels" ContentType="application/vnd.openxmlformats-package.relationships+xml"/>
  <Override xmlns="http://schemas.openxmlformats.org/package/2006/content-types" PartName="/ppt/slideLayouts/_rels/slideLayout20.xml.rels" ContentType="application/vnd.openxmlformats-package.relationships+xml"/>
  <Override xmlns="http://schemas.openxmlformats.org/package/2006/content-types" PartName="/ppt/slideLayouts/_rels/slideLayout21.xml.rels" ContentType="application/vnd.openxmlformats-package.relationships+xml"/>
  <Override xmlns="http://schemas.openxmlformats.org/package/2006/content-types" PartName="/ppt/slideLayouts/_rels/slideLayout22.xml.rels" ContentType="application/vnd.openxmlformats-package.relationships+xml"/>
  <Override xmlns="http://schemas.openxmlformats.org/package/2006/content-types" PartName="/ppt/slideLayouts/_rels/slideLayout23.xml.rels" ContentType="application/vnd.openxmlformats-package.relationships+xml"/>
  <Override xmlns="http://schemas.openxmlformats.org/package/2006/content-types" PartName="/ppt/slideLayouts/_rels/slideLayout24.xml.rels" ContentType="application/vnd.openxmlformats-package.relationships+xml"/>
  <Override xmlns="http://schemas.openxmlformats.org/package/2006/content-types" PartName="/ppt/slideLayouts/_rels/slideLayout25.xml.rels" ContentType="application/vnd.openxmlformats-package.relationships+xml"/>
  <Override xmlns="http://schemas.openxmlformats.org/package/2006/content-types" PartName="/ppt/slideLayouts/_rels/slideLayout26.xml.rels" ContentType="application/vnd.openxmlformats-package.relationships+xml"/>
  <Override xmlns="http://schemas.openxmlformats.org/package/2006/content-types" PartName="/ppt/slideLayouts/_rels/slideLayout27.xml.rels" ContentType="application/vnd.openxmlformats-package.relationships+xml"/>
  <Override xmlns="http://schemas.openxmlformats.org/package/2006/content-types" PartName="/ppt/slideLayouts/_rels/slideLayout28.xml.rels" ContentType="application/vnd.openxmlformats-package.relationships+xml"/>
  <Override xmlns="http://schemas.openxmlformats.org/package/2006/content-types" PartName="/ppt/slideLayouts/_rels/slideLayout29.xml.rels" ContentType="application/vnd.openxmlformats-package.relationships+xml"/>
  <Override xmlns="http://schemas.openxmlformats.org/package/2006/content-types" PartName="/ppt/slideLayouts/_rels/slideLayout30.xml.rels" ContentType="application/vnd.openxmlformats-package.relationships+xml"/>
  <Override xmlns="http://schemas.openxmlformats.org/package/2006/content-types" PartName="/ppt/slideLayouts/_rels/slideLayout31.xml.rels" ContentType="application/vnd.openxmlformats-package.relationships+xml"/>
  <Override xmlns="http://schemas.openxmlformats.org/package/2006/content-types" PartName="/ppt/slideLayouts/_rels/slideLayout32.xml.rels" ContentType="application/vnd.openxmlformats-package.relationships+xml"/>
  <Override xmlns="http://schemas.openxmlformats.org/package/2006/content-types" PartName="/ppt/slideLayouts/_rels/slideLayout33.xml.rels" ContentType="application/vnd.openxmlformats-package.relationships+xml"/>
  <Override xmlns="http://schemas.openxmlformats.org/package/2006/content-types" PartName="/ppt/slideLayouts/_rels/slideLayout34.xml.rels" ContentType="application/vnd.openxmlformats-package.relationships+xml"/>
  <Override xmlns="http://schemas.openxmlformats.org/package/2006/content-types" PartName="/ppt/slideLayouts/_rels/slideLayout35.xml.rels" ContentType="application/vnd.openxmlformats-package.relationships+xml"/>
  <Override xmlns="http://schemas.openxmlformats.org/package/2006/content-types" PartName="/ppt/slideLayouts/_rels/slideLayout36.xml.rels" ContentType="application/vnd.openxmlformats-package.relationships+xml"/>
  <Override xmlns="http://schemas.openxmlformats.org/package/2006/content-types" PartName="/ppt/slideLayouts/_rels/slideLayout37.xml.rels" ContentType="application/vnd.openxmlformats-package.relationships+xml"/>
  <Override xmlns="http://schemas.openxmlformats.org/package/2006/content-types" PartName="/ppt/slideLayouts/_rels/slideLayout38.xml.rels" ContentType="application/vnd.openxmlformats-package.relationships+xml"/>
  <Override xmlns="http://schemas.openxmlformats.org/package/2006/content-types" PartName="/ppt/slideLayouts/_rels/slideLayout39.xml.rels" ContentType="application/vnd.openxmlformats-package.relationships+xml"/>
  <Override xmlns="http://schemas.openxmlformats.org/package/2006/content-types" PartName="/ppt/slideLayouts/_rels/slideLayout40.xml.rels" ContentType="application/vnd.openxmlformats-package.relationships+xml"/>
  <Override xmlns="http://schemas.openxmlformats.org/package/2006/content-types" PartName="/ppt/slideLayouts/_rels/slideLayout41.xml.rels" ContentType="application/vnd.openxmlformats-package.relationships+xml"/>
  <Override xmlns="http://schemas.openxmlformats.org/package/2006/content-types" PartName="/ppt/slideLayouts/_rels/slideLayout42.xml.rels" ContentType="application/vnd.openxmlformats-package.relationships+xml"/>
  <Override xmlns="http://schemas.openxmlformats.org/package/2006/content-types" PartName="/ppt/slideLayouts/_rels/slideLayout43.xml.rels" ContentType="application/vnd.openxmlformats-package.relationships+xml"/>
  <Override xmlns="http://schemas.openxmlformats.org/package/2006/content-types" PartName="/ppt/slideLayouts/_rels/slideLayout44.xml.rels" ContentType="application/vnd.openxmlformats-package.relationships+xml"/>
  <Override xmlns="http://schemas.openxmlformats.org/package/2006/content-types" PartName="/ppt/slideLayouts/_rels/slideLayout45.xml.rels" ContentType="application/vnd.openxmlformats-package.relationships+xml"/>
  <Override xmlns="http://schemas.openxmlformats.org/package/2006/content-types" PartName="/ppt/slideLayouts/_rels/slideLayout46.xml.rels" ContentType="application/vnd.openxmlformats-package.relationships+xml"/>
  <Override xmlns="http://schemas.openxmlformats.org/package/2006/content-types" PartName="/ppt/slideLayouts/_rels/slideLayout47.xml.rels" ContentType="application/vnd.openxmlformats-package.relationships+xml"/>
  <Override xmlns="http://schemas.openxmlformats.org/package/2006/content-types" PartName="/ppt/slideLayouts/_rels/slideLayout48.xml.rels" ContentType="application/vnd.openxmlformats-package.relationships+xml"/>
  <Override xmlns="http://schemas.openxmlformats.org/package/2006/content-types" PartName="/ppt/slideLayouts/_rels/slideLayout49.xml.rels" ContentType="application/vnd.openxmlformats-package.relationships+xml"/>
  <Override xmlns="http://schemas.openxmlformats.org/package/2006/content-types" PartName="/ppt/slideLayouts/_rels/slideLayout50.xml.rels" ContentType="application/vnd.openxmlformats-package.relationships+xml"/>
  <Override xmlns="http://schemas.openxmlformats.org/package/2006/content-types" PartName="/ppt/slideLayouts/_rels/slideLayout51.xml.rels" ContentType="application/vnd.openxmlformats-package.relationships+xml"/>
  <Override xmlns="http://schemas.openxmlformats.org/package/2006/content-types" PartName="/ppt/slideLayouts/_rels/slideLayout52.xml.rels" ContentType="application/vnd.openxmlformats-package.relationships+xml"/>
  <Override xmlns="http://schemas.openxmlformats.org/package/2006/content-types" PartName="/ppt/slideLayouts/_rels/slideLayout53.xml.rels" ContentType="application/vnd.openxmlformats-package.relationships+xml"/>
  <Override xmlns="http://schemas.openxmlformats.org/package/2006/content-types" PartName="/ppt/slideLayouts/_rels/slideLayout54.xml.rels" ContentType="application/vnd.openxmlformats-package.relationships+xml"/>
  <Override xmlns="http://schemas.openxmlformats.org/package/2006/content-types" PartName="/ppt/slideLayouts/_rels/slideLayout55.xml.rels" ContentType="application/vnd.openxmlformats-package.relationships+xml"/>
  <Override xmlns="http://schemas.openxmlformats.org/package/2006/content-types" PartName="/ppt/slideLayouts/_rels/slideLayout56.xml.rels" ContentType="application/vnd.openxmlformats-package.relationships+xml"/>
  <Override xmlns="http://schemas.openxmlformats.org/package/2006/content-types" PartName="/ppt/slideLayouts/_rels/slideLayout57.xml.rels" ContentType="application/vnd.openxmlformats-package.relationships+xml"/>
  <Override xmlns="http://schemas.openxmlformats.org/package/2006/content-types" PartName="/ppt/slideLayouts/_rels/slideLayout58.xml.rels" ContentType="application/vnd.openxmlformats-package.relationships+xml"/>
  <Override xmlns="http://schemas.openxmlformats.org/package/2006/content-types" PartName="/ppt/slideLayouts/_rels/slideLayout59.xml.rels" ContentType="application/vnd.openxmlformats-package.relationships+xml"/>
  <Override xmlns="http://schemas.openxmlformats.org/package/2006/content-types" PartName="/ppt/slideLayouts/_rels/slideLayout60.xml.rels" ContentType="application/vnd.openxmlformats-package.relationships+xml"/>
  <Override xmlns="http://schemas.openxmlformats.org/package/2006/content-types" PartName="/ppt/slideLayouts/_rels/slideLayout61.xml.rels" ContentType="application/vnd.openxmlformats-package.relationships+xml"/>
  <Override xmlns="http://schemas.openxmlformats.org/package/2006/content-types" PartName="/ppt/slideLayouts/_rels/slideLayout62.xml.rels" ContentType="application/vnd.openxmlformats-package.relationships+xml"/>
  <Override xmlns="http://schemas.openxmlformats.org/package/2006/content-types" PartName="/ppt/slideLayouts/_rels/slideLayout63.xml.rels" ContentType="application/vnd.openxmlformats-package.relationships+xml"/>
  <Override xmlns="http://schemas.openxmlformats.org/package/2006/content-types" PartName="/ppt/slideLayouts/_rels/slideLayout64.xml.rels" ContentType="application/vnd.openxmlformats-package.relationships+xml"/>
  <Override xmlns="http://schemas.openxmlformats.org/package/2006/content-types" PartName="/ppt/slideLayouts/_rels/slideLayout65.xml.rels" ContentType="application/vnd.openxmlformats-package.relationships+xml"/>
  <Override xmlns="http://schemas.openxmlformats.org/package/2006/content-types" PartName="/ppt/slideLayouts/_rels/slideLayout66.xml.rels" ContentType="application/vnd.openxmlformats-package.relationships+xml"/>
  <Override xmlns="http://schemas.openxmlformats.org/package/2006/content-types" PartName="/ppt/slideLayouts/_rels/slideLayout67.xml.rels" ContentType="application/vnd.openxmlformats-package.relationships+xml"/>
  <Override xmlns="http://schemas.openxmlformats.org/package/2006/content-types" PartName="/ppt/slideLayouts/_rels/slideLayout68.xml.rels" ContentType="application/vnd.openxmlformats-package.relationships+xml"/>
  <Override xmlns="http://schemas.openxmlformats.org/package/2006/content-types" PartName="/ppt/slideLayouts/_rels/slideLayout69.xml.rels" ContentType="application/vnd.openxmlformats-package.relationships+xml"/>
  <Override xmlns="http://schemas.openxmlformats.org/package/2006/content-types" PartName="/ppt/slideLayouts/_rels/slideLayout70.xml.rels" ContentType="application/vnd.openxmlformats-package.relationships+xml"/>
  <Override xmlns="http://schemas.openxmlformats.org/package/2006/content-types" PartName="/ppt/slideLayouts/_rels/slideLayout71.xml.rels" ContentType="application/vnd.openxmlformats-package.relationships+xml"/>
  <Override xmlns="http://schemas.openxmlformats.org/package/2006/content-types" PartName="/ppt/slideLayouts/_rels/slideLayout72.xml.rels" ContentType="application/vnd.openxmlformats-package.relationships+xml"/>
  <Override xmlns="http://schemas.openxmlformats.org/package/2006/content-types" PartName="/ppt/slideLayouts/_rels/slideLayout73.xml.rels" ContentType="application/vnd.openxmlformats-package.relationships+xml"/>
  <Override xmlns="http://schemas.openxmlformats.org/package/2006/content-types" PartName="/ppt/slideLayouts/_rels/slideLayout74.xml.rels" ContentType="application/vnd.openxmlformats-package.relationships+xml"/>
  <Override xmlns="http://schemas.openxmlformats.org/package/2006/content-types" PartName="/ppt/slideLayouts/_rels/slideLayout75.xml.rels" ContentType="application/vnd.openxmlformats-package.relationships+xml"/>
  <Override xmlns="http://schemas.openxmlformats.org/package/2006/content-types" PartName="/ppt/slideLayouts/_rels/slideLayout76.xml.rels" ContentType="application/vnd.openxmlformats-package.relationships+xml"/>
  <Override xmlns="http://schemas.openxmlformats.org/package/2006/content-types" PartName="/ppt/slideLayouts/_rels/slideLayout77.xml.rels" ContentType="application/vnd.openxmlformats-package.relationships+xml"/>
  <Override xmlns="http://schemas.openxmlformats.org/package/2006/content-types" PartName="/ppt/slideLayouts/_rels/slideLayout78.xml.rels" ContentType="application/vnd.openxmlformats-package.relationships+xml"/>
  <Override xmlns="http://schemas.openxmlformats.org/package/2006/content-types" PartName="/ppt/slideLayouts/_rels/slideLayout79.xml.rels" ContentType="application/vnd.openxmlformats-package.relationships+xml"/>
  <Override xmlns="http://schemas.openxmlformats.org/package/2006/content-types" PartName="/ppt/slideLayouts/slideLayout1.xml" ContentType="application/vnd.openxmlformats-officedocument.presentationml.slideLayout+xml"/>
  <Override xmlns="http://schemas.openxmlformats.org/package/2006/content-types" PartName="/ppt/slideLayouts/slideLayout10.xml" ContentType="application/vnd.openxmlformats-officedocument.presentationml.slideLayout+xml"/>
  <Override xmlns="http://schemas.openxmlformats.org/package/2006/content-types" PartName="/ppt/slideLayouts/slideLayout11.xml" ContentType="application/vnd.openxmlformats-officedocument.presentationml.slideLayout+xml"/>
  <Override xmlns="http://schemas.openxmlformats.org/package/2006/content-types" PartName="/ppt/slideLayouts/slideLayout12.xml" ContentType="application/vnd.openxmlformats-officedocument.presentationml.slideLayout+xml"/>
  <Override xmlns="http://schemas.openxmlformats.org/package/2006/content-types" PartName="/ppt/slideLayouts/slideLayout13.xml" ContentType="application/vnd.openxmlformats-officedocument.presentationml.slideLayout+xml"/>
  <Override xmlns="http://schemas.openxmlformats.org/package/2006/content-types" PartName="/ppt/slideLayouts/slideLayout14.xml" ContentType="application/vnd.openxmlformats-officedocument.presentationml.slideLayout+xml"/>
  <Override xmlns="http://schemas.openxmlformats.org/package/2006/content-types" PartName="/ppt/slideLayouts/slideLayout15.xml" ContentType="application/vnd.openxmlformats-officedocument.presentationml.slideLayout+xml"/>
  <Override xmlns="http://schemas.openxmlformats.org/package/2006/content-types" PartName="/ppt/slideLayouts/slideLayout16.xml" ContentType="application/vnd.openxmlformats-officedocument.presentationml.slideLayout+xml"/>
  <Override xmlns="http://schemas.openxmlformats.org/package/2006/content-types" PartName="/ppt/slideLayouts/slideLayout17.xml" ContentType="application/vnd.openxmlformats-officedocument.presentationml.slideLayout+xml"/>
  <Override xmlns="http://schemas.openxmlformats.org/package/2006/content-types" PartName="/ppt/slideLayouts/slideLayout18.xml" ContentType="application/vnd.openxmlformats-officedocument.presentationml.slideLayout+xml"/>
  <Override xmlns="http://schemas.openxmlformats.org/package/2006/content-types" PartName="/ppt/slideLayouts/slideLayout19.xml" ContentType="application/vnd.openxmlformats-officedocument.presentationml.slideLayout+xml"/>
  <Override xmlns="http://schemas.openxmlformats.org/package/2006/content-types" PartName="/ppt/slideLayouts/slideLayout2.xml" ContentType="application/vnd.openxmlformats-officedocument.presentationml.slideLayout+xml"/>
  <Override xmlns="http://schemas.openxmlformats.org/package/2006/content-types" PartName="/ppt/slideLayouts/slideLayout20.xml" ContentType="application/vnd.openxmlformats-officedocument.presentationml.slideLayout+xml"/>
  <Override xmlns="http://schemas.openxmlformats.org/package/2006/content-types" PartName="/ppt/slideLayouts/slideLayout21.xml" ContentType="application/vnd.openxmlformats-officedocument.presentationml.slideLayout+xml"/>
  <Override xmlns="http://schemas.openxmlformats.org/package/2006/content-types" PartName="/ppt/slideLayouts/slideLayout22.xml" ContentType="application/vnd.openxmlformats-officedocument.presentationml.slideLayout+xml"/>
  <Override xmlns="http://schemas.openxmlformats.org/package/2006/content-types" PartName="/ppt/slideLayouts/slideLayout23.xml" ContentType="application/vnd.openxmlformats-officedocument.presentationml.slideLayout+xml"/>
  <Override xmlns="http://schemas.openxmlformats.org/package/2006/content-types" PartName="/ppt/slideLayouts/slideLayout24.xml" ContentType="application/vnd.openxmlformats-officedocument.presentationml.slideLayout+xml"/>
  <Override xmlns="http://schemas.openxmlformats.org/package/2006/content-types" PartName="/ppt/slideLayouts/slideLayout25.xml" ContentType="application/vnd.openxmlformats-officedocument.presentationml.slideLayout+xml"/>
  <Override xmlns="http://schemas.openxmlformats.org/package/2006/content-types" PartName="/ppt/slideLayouts/slideLayout26.xml" ContentType="application/vnd.openxmlformats-officedocument.presentationml.slideLayout+xml"/>
  <Override xmlns="http://schemas.openxmlformats.org/package/2006/content-types" PartName="/ppt/slideLayouts/slideLayout27.xml" ContentType="application/vnd.openxmlformats-officedocument.presentationml.slideLayout+xml"/>
  <Override xmlns="http://schemas.openxmlformats.org/package/2006/content-types" PartName="/ppt/slideLayouts/slideLayout28.xml" ContentType="application/vnd.openxmlformats-officedocument.presentationml.slideLayout+xml"/>
  <Override xmlns="http://schemas.openxmlformats.org/package/2006/content-types" PartName="/ppt/slideLayouts/slideLayout29.xml" ContentType="application/vnd.openxmlformats-officedocument.presentationml.slideLayout+xml"/>
  <Override xmlns="http://schemas.openxmlformats.org/package/2006/content-types" PartName="/ppt/slideLayouts/slideLayout3.xml" ContentType="application/vnd.openxmlformats-officedocument.presentationml.slideLayout+xml"/>
  <Override xmlns="http://schemas.openxmlformats.org/package/2006/content-types" PartName="/ppt/slideLayouts/slideLayout30.xml" ContentType="application/vnd.openxmlformats-officedocument.presentationml.slideLayout+xml"/>
  <Override xmlns="http://schemas.openxmlformats.org/package/2006/content-types" PartName="/ppt/slideLayouts/slideLayout31.xml" ContentType="application/vnd.openxmlformats-officedocument.presentationml.slideLayout+xml"/>
  <Override xmlns="http://schemas.openxmlformats.org/package/2006/content-types" PartName="/ppt/slideLayouts/slideLayout32.xml" ContentType="application/vnd.openxmlformats-officedocument.presentationml.slideLayout+xml"/>
  <Override xmlns="http://schemas.openxmlformats.org/package/2006/content-types" PartName="/ppt/slideLayouts/slideLayout33.xml" ContentType="application/vnd.openxmlformats-officedocument.presentationml.slideLayout+xml"/>
  <Override xmlns="http://schemas.openxmlformats.org/package/2006/content-types" PartName="/ppt/slideLayouts/slideLayout34.xml" ContentType="application/vnd.openxmlformats-officedocument.presentationml.slideLayout+xml"/>
  <Override xmlns="http://schemas.openxmlformats.org/package/2006/content-types" PartName="/ppt/slideLayouts/slideLayout35.xml" ContentType="application/vnd.openxmlformats-officedocument.presentationml.slideLayout+xml"/>
  <Override xmlns="http://schemas.openxmlformats.org/package/2006/content-types" PartName="/ppt/slideLayouts/slideLayout36.xml" ContentType="application/vnd.openxmlformats-officedocument.presentationml.slideLayout+xml"/>
  <Override xmlns="http://schemas.openxmlformats.org/package/2006/content-types" PartName="/ppt/slideLayouts/slideLayout37.xml" ContentType="application/vnd.openxmlformats-officedocument.presentationml.slideLayout+xml"/>
  <Override xmlns="http://schemas.openxmlformats.org/package/2006/content-types" PartName="/ppt/slideLayouts/slideLayout38.xml" ContentType="application/vnd.openxmlformats-officedocument.presentationml.slideLayout+xml"/>
  <Override xmlns="http://schemas.openxmlformats.org/package/2006/content-types" PartName="/ppt/slideLayouts/slideLayout39.xml" ContentType="application/vnd.openxmlformats-officedocument.presentationml.slideLayout+xml"/>
  <Override xmlns="http://schemas.openxmlformats.org/package/2006/content-types" PartName="/ppt/slideLayouts/slideLayout4.xml" ContentType="application/vnd.openxmlformats-officedocument.presentationml.slideLayout+xml"/>
  <Override xmlns="http://schemas.openxmlformats.org/package/2006/content-types" PartName="/ppt/slideLayouts/slideLayout40.xml" ContentType="application/vnd.openxmlformats-officedocument.presentationml.slideLayout+xml"/>
  <Override xmlns="http://schemas.openxmlformats.org/package/2006/content-types" PartName="/ppt/slideLayouts/slideLayout41.xml" ContentType="application/vnd.openxmlformats-officedocument.presentationml.slideLayout+xml"/>
  <Override xmlns="http://schemas.openxmlformats.org/package/2006/content-types" PartName="/ppt/slideLayouts/slideLayout42.xml" ContentType="application/vnd.openxmlformats-officedocument.presentationml.slideLayout+xml"/>
  <Override xmlns="http://schemas.openxmlformats.org/package/2006/content-types" PartName="/ppt/slideLayouts/slideLayout43.xml" ContentType="application/vnd.openxmlformats-officedocument.presentationml.slideLayout+xml"/>
  <Override xmlns="http://schemas.openxmlformats.org/package/2006/content-types" PartName="/ppt/slideLayouts/slideLayout44.xml" ContentType="application/vnd.openxmlformats-officedocument.presentationml.slideLayout+xml"/>
  <Override xmlns="http://schemas.openxmlformats.org/package/2006/content-types" PartName="/ppt/slideLayouts/slideLayout45.xml" ContentType="application/vnd.openxmlformats-officedocument.presentationml.slideLayout+xml"/>
  <Override xmlns="http://schemas.openxmlformats.org/package/2006/content-types" PartName="/ppt/slideLayouts/slideLayout46.xml" ContentType="application/vnd.openxmlformats-officedocument.presentationml.slideLayout+xml"/>
  <Override xmlns="http://schemas.openxmlformats.org/package/2006/content-types" PartName="/ppt/slideLayouts/slideLayout47.xml" ContentType="application/vnd.openxmlformats-officedocument.presentationml.slideLayout+xml"/>
  <Override xmlns="http://schemas.openxmlformats.org/package/2006/content-types" PartName="/ppt/slideLayouts/slideLayout48.xml" ContentType="application/vnd.openxmlformats-officedocument.presentationml.slideLayout+xml"/>
  <Override xmlns="http://schemas.openxmlformats.org/package/2006/content-types" PartName="/ppt/slideLayouts/slideLayout49.xml" ContentType="application/vnd.openxmlformats-officedocument.presentationml.slideLayout+xml"/>
  <Override xmlns="http://schemas.openxmlformats.org/package/2006/content-types" PartName="/ppt/slideLayouts/slideLayout5.xml" ContentType="application/vnd.openxmlformats-officedocument.presentationml.slideLayout+xml"/>
  <Override xmlns="http://schemas.openxmlformats.org/package/2006/content-types" PartName="/ppt/slideLayouts/slideLayout50.xml" ContentType="application/vnd.openxmlformats-officedocument.presentationml.slideLayout+xml"/>
  <Override xmlns="http://schemas.openxmlformats.org/package/2006/content-types" PartName="/ppt/slideLayouts/slideLayout51.xml" ContentType="application/vnd.openxmlformats-officedocument.presentationml.slideLayout+xml"/>
  <Override xmlns="http://schemas.openxmlformats.org/package/2006/content-types" PartName="/ppt/slideLayouts/slideLayout52.xml" ContentType="application/vnd.openxmlformats-officedocument.presentationml.slideLayout+xml"/>
  <Override xmlns="http://schemas.openxmlformats.org/package/2006/content-types" PartName="/ppt/slideLayouts/slideLayout53.xml" ContentType="application/vnd.openxmlformats-officedocument.presentationml.slideLayout+xml"/>
  <Override xmlns="http://schemas.openxmlformats.org/package/2006/content-types" PartName="/ppt/slideLayouts/slideLayout54.xml" ContentType="application/vnd.openxmlformats-officedocument.presentationml.slideLayout+xml"/>
  <Override xmlns="http://schemas.openxmlformats.org/package/2006/content-types" PartName="/ppt/slideLayouts/slideLayout55.xml" ContentType="application/vnd.openxmlformats-officedocument.presentationml.slideLayout+xml"/>
  <Override xmlns="http://schemas.openxmlformats.org/package/2006/content-types" PartName="/ppt/slideLayouts/slideLayout56.xml" ContentType="application/vnd.openxmlformats-officedocument.presentationml.slideLayout+xml"/>
  <Override xmlns="http://schemas.openxmlformats.org/package/2006/content-types" PartName="/ppt/slideLayouts/slideLayout57.xml" ContentType="application/vnd.openxmlformats-officedocument.presentationml.slideLayout+xml"/>
  <Override xmlns="http://schemas.openxmlformats.org/package/2006/content-types" PartName="/ppt/slideLayouts/slideLayout58.xml" ContentType="application/vnd.openxmlformats-officedocument.presentationml.slideLayout+xml"/>
  <Override xmlns="http://schemas.openxmlformats.org/package/2006/content-types" PartName="/ppt/slideLayouts/slideLayout59.xml" ContentType="application/vnd.openxmlformats-officedocument.presentationml.slideLayout+xml"/>
  <Override xmlns="http://schemas.openxmlformats.org/package/2006/content-types" PartName="/ppt/slideLayouts/slideLayout6.xml" ContentType="application/vnd.openxmlformats-officedocument.presentationml.slideLayout+xml"/>
  <Override xmlns="http://schemas.openxmlformats.org/package/2006/content-types" PartName="/ppt/slideLayouts/slideLayout60.xml" ContentType="application/vnd.openxmlformats-officedocument.presentationml.slideLayout+xml"/>
  <Override xmlns="http://schemas.openxmlformats.org/package/2006/content-types" PartName="/ppt/slideLayouts/slideLayout61.xml" ContentType="application/vnd.openxmlformats-officedocument.presentationml.slideLayout+xml"/>
  <Override xmlns="http://schemas.openxmlformats.org/package/2006/content-types" PartName="/ppt/slideLayouts/slideLayout62.xml" ContentType="application/vnd.openxmlformats-officedocument.presentationml.slideLayout+xml"/>
  <Override xmlns="http://schemas.openxmlformats.org/package/2006/content-types" PartName="/ppt/slideLayouts/slideLayout63.xml" ContentType="application/vnd.openxmlformats-officedocument.presentationml.slideLayout+xml"/>
  <Override xmlns="http://schemas.openxmlformats.org/package/2006/content-types" PartName="/ppt/slideLayouts/slideLayout64.xml" ContentType="application/vnd.openxmlformats-officedocument.presentationml.slideLayout+xml"/>
  <Override xmlns="http://schemas.openxmlformats.org/package/2006/content-types" PartName="/ppt/slideLayouts/slideLayout65.xml" ContentType="application/vnd.openxmlformats-officedocument.presentationml.slideLayout+xml"/>
  <Override xmlns="http://schemas.openxmlformats.org/package/2006/content-types" PartName="/ppt/slideLayouts/slideLayout66.xml" ContentType="application/vnd.openxmlformats-officedocument.presentationml.slideLayout+xml"/>
  <Override xmlns="http://schemas.openxmlformats.org/package/2006/content-types" PartName="/ppt/slideLayouts/slideLayout67.xml" ContentType="application/vnd.openxmlformats-officedocument.presentationml.slideLayout+xml"/>
  <Override xmlns="http://schemas.openxmlformats.org/package/2006/content-types" PartName="/ppt/slideLayouts/slideLayout68.xml" ContentType="application/vnd.openxmlformats-officedocument.presentationml.slideLayout+xml"/>
  <Override xmlns="http://schemas.openxmlformats.org/package/2006/content-types" PartName="/ppt/slideLayouts/slideLayout69.xml" ContentType="application/vnd.openxmlformats-officedocument.presentationml.slideLayout+xml"/>
  <Override xmlns="http://schemas.openxmlformats.org/package/2006/content-types" PartName="/ppt/slideLayouts/slideLayout7.xml" ContentType="application/vnd.openxmlformats-officedocument.presentationml.slideLayout+xml"/>
  <Override xmlns="http://schemas.openxmlformats.org/package/2006/content-types" PartName="/ppt/slideLayouts/slideLayout70.xml" ContentType="application/vnd.openxmlformats-officedocument.presentationml.slideLayout+xml"/>
  <Override xmlns="http://schemas.openxmlformats.org/package/2006/content-types" PartName="/ppt/slideLayouts/slideLayout71.xml" ContentType="application/vnd.openxmlformats-officedocument.presentationml.slideLayout+xml"/>
  <Override xmlns="http://schemas.openxmlformats.org/package/2006/content-types" PartName="/ppt/slideLayouts/slideLayout72.xml" ContentType="application/vnd.openxmlformats-officedocument.presentationml.slideLayout+xml"/>
  <Override xmlns="http://schemas.openxmlformats.org/package/2006/content-types" PartName="/ppt/slideLayouts/slideLayout73.xml" ContentType="application/vnd.openxmlformats-officedocument.presentationml.slideLayout+xml"/>
  <Override xmlns="http://schemas.openxmlformats.org/package/2006/content-types" PartName="/ppt/slideLayouts/slideLayout74.xml" ContentType="application/vnd.openxmlformats-officedocument.presentationml.slideLayout+xml"/>
  <Override xmlns="http://schemas.openxmlformats.org/package/2006/content-types" PartName="/ppt/slideLayouts/slideLayout75.xml" ContentType="application/vnd.openxmlformats-officedocument.presentationml.slideLayout+xml"/>
  <Override xmlns="http://schemas.openxmlformats.org/package/2006/content-types" PartName="/ppt/slideLayouts/slideLayout76.xml" ContentType="application/vnd.openxmlformats-officedocument.presentationml.slideLayout+xml"/>
  <Override xmlns="http://schemas.openxmlformats.org/package/2006/content-types" PartName="/ppt/slideLayouts/slideLayout77.xml" ContentType="application/vnd.openxmlformats-officedocument.presentationml.slideLayout+xml"/>
  <Override xmlns="http://schemas.openxmlformats.org/package/2006/content-types" PartName="/ppt/slideLayouts/slideLayout78.xml" ContentType="application/vnd.openxmlformats-officedocument.presentationml.slideLayout+xml"/>
  <Override xmlns="http://schemas.openxmlformats.org/package/2006/content-types" PartName="/ppt/slideLayouts/slideLayout79.xml" ContentType="application/vnd.openxmlformats-officedocument.presentationml.slideLayout+xml"/>
  <Override xmlns="http://schemas.openxmlformats.org/package/2006/content-types" PartName="/ppt/slideLayouts/slideLayout8.xml" ContentType="application/vnd.openxmlformats-officedocument.presentationml.slideLayout+xml"/>
  <Override xmlns="http://schemas.openxmlformats.org/package/2006/content-types" PartName="/ppt/slideLayouts/slideLayout9.xml" ContentType="application/vnd.openxmlformats-officedocument.presentationml.slideLayout+xml"/>
  <Override xmlns="http://schemas.openxmlformats.org/package/2006/content-types" PartName="/ppt/slideMasters/_rels/slideMaster2.xml.rels" ContentType="application/vnd.openxmlformats-package.relationships+xml"/>
  <Override xmlns="http://schemas.openxmlformats.org/package/2006/content-types" PartName="/ppt/slideMasters/slideMaster1.xml" ContentType="application/vnd.openxmlformats-officedocument.presentationml.slideMaster+xml"/>
  <Override xmlns="http://schemas.openxmlformats.org/package/2006/content-types" PartName="/ppt/slideMasters/slideMaster2.xml" ContentType="application/vnd.openxmlformats-officedocument.presentationml.slideMaster+xml"/>
  <Override xmlns="http://schemas.openxmlformats.org/package/2006/content-types" PartName="/ppt/slides/slide1.xml" ContentType="application/vnd.openxmlformats-officedocument.presentationml.slide+xml"/>
  <Override xmlns="http://schemas.openxmlformats.org/package/2006/content-types" PartName="/ppt/slides/slide10.xml" ContentType="application/vnd.openxmlformats-officedocument.presentationml.slide+xml"/>
  <Override xmlns="http://schemas.openxmlformats.org/package/2006/content-types" PartName="/ppt/slides/slide11.xml" ContentType="application/vnd.openxmlformats-officedocument.presentationml.slide+xml"/>
  <Override xmlns="http://schemas.openxmlformats.org/package/2006/content-types" PartName="/ppt/slides/slide12.xml" ContentType="application/vnd.openxmlformats-officedocument.presentationml.slide+xml"/>
  <Override xmlns="http://schemas.openxmlformats.org/package/2006/content-types" PartName="/ppt/slides/slide13.xml" ContentType="application/vnd.openxmlformats-officedocument.presentationml.slide+xml"/>
  <Override xmlns="http://schemas.openxmlformats.org/package/2006/content-types" PartName="/ppt/slides/slide14.xml" ContentType="application/vnd.openxmlformats-officedocument.presentationml.slide+xml"/>
  <Override xmlns="http://schemas.openxmlformats.org/package/2006/content-types" PartName="/ppt/slides/slide15.xml" ContentType="application/vnd.openxmlformats-officedocument.presentationml.slide+xml"/>
  <Override xmlns="http://schemas.openxmlformats.org/package/2006/content-types" PartName="/ppt/slides/slide16.xml" ContentType="application/vnd.openxmlformats-officedocument.presentationml.slide+xml"/>
  <Override xmlns="http://schemas.openxmlformats.org/package/2006/content-types" PartName="/ppt/slides/slide17.xml" ContentType="application/vnd.openxmlformats-officedocument.presentationml.slide+xml"/>
  <Override xmlns="http://schemas.openxmlformats.org/package/2006/content-types" PartName="/ppt/slides/slide18.xml" ContentType="application/vnd.openxmlformats-officedocument.presentationml.slide+xml"/>
  <Override xmlns="http://schemas.openxmlformats.org/package/2006/content-types" PartName="/ppt/slides/slide19.xml" ContentType="application/vnd.openxmlformats-officedocument.presentationml.slide+xml"/>
  <Override xmlns="http://schemas.openxmlformats.org/package/2006/content-types" PartName="/ppt/slides/slide2.xml" ContentType="application/vnd.openxmlformats-officedocument.presentationml.slide+xml"/>
  <Override xmlns="http://schemas.openxmlformats.org/package/2006/content-types" PartName="/ppt/slides/slide20.xml" ContentType="application/vnd.openxmlformats-officedocument.presentationml.slide+xml"/>
  <Override xmlns="http://schemas.openxmlformats.org/package/2006/content-types" PartName="/ppt/slides/slide21.xml" ContentType="application/vnd.openxmlformats-officedocument.presentationml.slide+xml"/>
  <Override xmlns="http://schemas.openxmlformats.org/package/2006/content-types" PartName="/ppt/slides/slide22.xml" ContentType="application/vnd.openxmlformats-officedocument.presentationml.slide+xml"/>
  <Override xmlns="http://schemas.openxmlformats.org/package/2006/content-types" PartName="/ppt/slides/slide23.xml" ContentType="application/vnd.openxmlformats-officedocument.presentationml.slide+xml"/>
  <Override xmlns="http://schemas.openxmlformats.org/package/2006/content-types" PartName="/ppt/slides/slide24.xml" ContentType="application/vnd.openxmlformats-officedocument.presentationml.slide+xml"/>
  <Override xmlns="http://schemas.openxmlformats.org/package/2006/content-types" PartName="/ppt/slides/slide25.xml" ContentType="application/vnd.openxmlformats-officedocument.presentationml.slide+xml"/>
  <Override xmlns="http://schemas.openxmlformats.org/package/2006/content-types" PartName="/ppt/slides/slide26.xml" ContentType="application/vnd.openxmlformats-officedocument.presentationml.slide+xml"/>
  <Override xmlns="http://schemas.openxmlformats.org/package/2006/content-types" PartName="/ppt/slides/slide27.xml" ContentType="application/vnd.openxmlformats-officedocument.presentationml.slide+xml"/>
  <Override xmlns="http://schemas.openxmlformats.org/package/2006/content-types" PartName="/ppt/slides/slide28.xml" ContentType="application/vnd.openxmlformats-officedocument.presentationml.slide+xml"/>
  <Override xmlns="http://schemas.openxmlformats.org/package/2006/content-types" PartName="/ppt/slides/slide29.xml" ContentType="application/vnd.openxmlformats-officedocument.presentationml.slide+xml"/>
  <Override xmlns="http://schemas.openxmlformats.org/package/2006/content-types" PartName="/ppt/slides/slide3.xml" ContentType="application/vnd.openxmlformats-officedocument.presentationml.slide+xml"/>
  <Override xmlns="http://schemas.openxmlformats.org/package/2006/content-types" PartName="/ppt/slides/slide30.xml" ContentType="application/vnd.openxmlformats-officedocument.presentationml.slide+xml"/>
  <Override xmlns="http://schemas.openxmlformats.org/package/2006/content-types" PartName="/ppt/slides/slide31.xml" ContentType="application/vnd.openxmlformats-officedocument.presentationml.slide+xml"/>
  <Override xmlns="http://schemas.openxmlformats.org/package/2006/content-types" PartName="/ppt/slides/slide4.xml" ContentType="application/vnd.openxmlformats-officedocument.presentationml.slide+xml"/>
  <Override xmlns="http://schemas.openxmlformats.org/package/2006/content-types" PartName="/ppt/slides/slide5.xml" ContentType="application/vnd.openxmlformats-officedocument.presentationml.slide+xml"/>
  <Override xmlns="http://schemas.openxmlformats.org/package/2006/content-types" PartName="/ppt/slides/slide6.xml" ContentType="application/vnd.openxmlformats-officedocument.presentationml.slide+xml"/>
  <Override xmlns="http://schemas.openxmlformats.org/package/2006/content-types" PartName="/ppt/slides/slide7.xml" ContentType="application/vnd.openxmlformats-officedocument.presentationml.slide+xml"/>
  <Override xmlns="http://schemas.openxmlformats.org/package/2006/content-types" PartName="/ppt/slides/slide8.xml" ContentType="application/vnd.openxmlformats-officedocument.presentationml.slide+xml"/>
  <Override xmlns="http://schemas.openxmlformats.org/package/2006/content-types" PartName="/ppt/slides/slide9.xml" ContentType="application/vnd.openxmlformats-officedocument.presentationml.slide+xml"/>
  <Override xmlns="http://schemas.openxmlformats.org/package/2006/content-types" PartName="/ppt/tableStyles.xml" ContentType="application/vnd.openxmlformats-officedocument.presentationml.tableStyles+xml"/>
  <Override xmlns="http://schemas.openxmlformats.org/package/2006/content-types" PartName="/ppt/tags/tag1.xml" ContentType="application/vnd.openxmlformats-officedocument.presentationml.tags+xml"/>
  <Override xmlns="http://schemas.openxmlformats.org/package/2006/content-types" PartName="/ppt/theme/theme1.xml" ContentType="application/vnd.openxmlformats-officedocument.theme+xml"/>
  <Override xmlns="http://schemas.openxmlformats.org/package/2006/content-types" PartName="/ppt/theme/theme2.xml" ContentType="application/vnd.openxmlformats-officedocument.theme+xml"/>
  <Override xmlns="http://schemas.openxmlformats.org/package/2006/content-types" PartName="/ppt/theme/theme3.xml" ContentType="application/vnd.openxmlformats-officedocument.theme+xml"/>
  <Override xmlns="http://schemas.openxmlformats.org/package/2006/content-types" PartName="/ppt/theme/theme4.xml" ContentType="application/vnd.openxmlformats-officedocument.theme+xml"/>
  <Override xmlns="http://schemas.openxmlformats.org/package/2006/content-types"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4"/>
    <p:sldMasterId id="2147483809" r:id="rId46"/>
  </p:sldMasterIdLst>
  <p:notesMasterIdLst>
    <p:notesMasterId r:id="rId36"/>
  </p:notesMasterIdLst>
  <p:handoutMasterIdLst>
    <p:handoutMasterId r:id="rId37"/>
  </p:handoutMasterIdLst>
  <p:sldIdLst>
    <p:sldId id="502" r:id="rId5"/>
    <p:sldId id="259" r:id="rId6"/>
    <p:sldId id="449" r:id="rId7"/>
    <p:sldId id="505" r:id="rId8"/>
    <p:sldId id="335" r:id="rId9"/>
    <p:sldId id="506" r:id="rId10"/>
    <p:sldId id="333" r:id="rId11"/>
    <p:sldId id="336" r:id="rId12"/>
    <p:sldId id="356" r:id="rId13"/>
    <p:sldId id="623" r:id="rId14"/>
    <p:sldId id="524" r:id="rId15"/>
    <p:sldId id="261" r:id="rId16"/>
    <p:sldId id="262" r:id="rId17"/>
    <p:sldId id="382" r:id="rId18"/>
    <p:sldId id="375" r:id="rId19"/>
    <p:sldId id="386" r:id="rId20"/>
    <p:sldId id="450" r:id="rId21"/>
    <p:sldId id="341" r:id="rId22"/>
    <p:sldId id="525" r:id="rId23"/>
    <p:sldId id="383" r:id="rId24"/>
    <p:sldId id="437" r:id="rId25"/>
    <p:sldId id="441" r:id="rId26"/>
    <p:sldId id="438" r:id="rId27"/>
    <p:sldId id="494" r:id="rId28"/>
    <p:sldId id="343" r:id="rId29"/>
    <p:sldId id="496" r:id="rId30"/>
    <p:sldId id="381" r:id="rId31"/>
    <p:sldId id="439" r:id="rId32"/>
    <p:sldId id="440" r:id="rId33"/>
    <p:sldId id="442" r:id="rId34"/>
    <p:sldId id="493" r:id="rId35"/>
  </p:sldIdLst>
  <p:sldSz cx="12192000" cy="6858000"/>
  <p:notesSz cx="9872663" cy="6797675"/>
  <p:custDataLst>
    <p:tags r:id="rId38"/>
  </p:custData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ber Joshua (LJ3)" initials="LJ(" lastIdx="8" clrIdx="0">
    <p:extLst>
      <p:ext uri="{19B8F6BF-5375-455C-9EA6-DF929625EA0E}">
        <p15:presenceInfo xmlns:p15="http://schemas.microsoft.com/office/powerpoint/2012/main" userId="Lauber Joshua (LJ3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7030A0"/>
    <a:srgbClr val="CFEAF3"/>
    <a:srgbClr val="FFCD99"/>
    <a:srgbClr val="FFCCFF"/>
    <a:srgbClr val="D1E9F3"/>
    <a:srgbClr val="666666"/>
    <a:srgbClr val="90D6E5"/>
    <a:srgbClr val="8F8E8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75C48-299F-4C5D-85D1-66756EEA215B}" v="3" dt="2025-10-21T07:07:21.907"/>
  </p1510:revLst>
</p1510:revInfo>
</file>

<file path=ppt/tableStyles.xml><?xml version="1.0" encoding="utf-8"?>
<a:tblStyleLst xmlns:a="http://schemas.openxmlformats.org/drawingml/2006/main" def="{8251B765-F91A-4008-8DD1-53D880B8B698}">
  <a:tblStyle styleId="{8251B765-F91A-4008-8DD1-53D880B8B698}" styleName="SUVA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1"/>
              </a:solidFill>
              <a:prstDash val="solid"/>
            </a:ln>
          </a:top>
          <a:bottom>
            <a:ln w="2117" cap="flat" cmpd="sng" algn="ctr">
              <a:solidFill>
                <a:schemeClr val="dk1"/>
              </a:solidFill>
              <a:prstDash val="solid"/>
            </a:ln>
          </a:bottom>
          <a:insideH>
            <a:ln w="2117" cap="flat" cmpd="sng" algn="ctr">
              <a:solidFill>
                <a:schemeClr val="dk1"/>
              </a:solidFill>
              <a:prstDash val="solid"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n" i="off">
        <a:fontRef idx="minor"/>
        <a:schemeClr val="tx1"/>
      </a:tcTxStyle>
      <a:tcStyle>
        <a:tcBdr/>
      </a:tcStyle>
    </a:lastCol>
    <a:firstCol>
      <a:tcTxStyle b="on" i="off">
        <a:fontRef idx="minor"/>
        <a:schemeClr val="tx1"/>
      </a:tcTxStyle>
      <a:tcStyle>
        <a:tcBdr/>
      </a:tcStyle>
    </a:firstCol>
    <a:lastRow>
      <a:tcTxStyle b="on" i="off">
        <a:fontRef idx="minor"/>
        <a:schemeClr val="accen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117" cap="flat" cmpd="sng" algn="ctr">
              <a:solidFill>
                <a:schemeClr val="dk2"/>
              </a:solidFill>
              <a:prstDash val="solid"/>
            </a:ln>
          </a:top>
          <a:bottom>
            <a:ln w="12700" cap="flat" cmpd="sng" algn="ctr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n" i="off">
        <a:fontRef idx="minor"/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8466" cap="flat" cmpd="sng" algn="ctr">
              <a:solidFill>
                <a:schemeClr val="dk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60" autoAdjust="0"/>
  </p:normalViewPr>
  <p:slideViewPr>
    <p:cSldViewPr snapToGrid="0">
      <p:cViewPr varScale="1">
        <p:scale>
          <a:sx n="115" d="100"/>
          <a:sy n="115" d="100"/>
        </p:scale>
        <p:origin x="348" y="108"/>
      </p:cViewPr>
      <p:guideLst>
        <p:guide orient="horz" pos="1139"/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36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
<Relationships xmlns="http://schemas.openxmlformats.org/package/2006/relationships">
  <Relationship Id="rId13" Type="http://schemas.openxmlformats.org/officeDocument/2006/relationships/slide" Target="slides/slide9.xml"></Relationship>
  <Relationship Id="rId18" Type="http://schemas.openxmlformats.org/officeDocument/2006/relationships/slide" Target="slides/slide14.xml"></Relationship>
  <Relationship Id="rId26" Type="http://schemas.openxmlformats.org/officeDocument/2006/relationships/slide" Target="slides/slide22.xml"></Relationship>
  <Relationship Id="rId39" Type="http://schemas.openxmlformats.org/officeDocument/2006/relationships/commentAuthors" Target="commentAuthors.xml"></Relationship>
  <Relationship Id="rId21" Type="http://schemas.openxmlformats.org/officeDocument/2006/relationships/slide" Target="slides/slide17.xml"></Relationship>
  <Relationship Id="rId34" Type="http://schemas.openxmlformats.org/officeDocument/2006/relationships/slide" Target="slides/slide30.xml"></Relationship>
  <Relationship Id="rId42" Type="http://schemas.openxmlformats.org/officeDocument/2006/relationships/theme" Target="theme/theme1.xml"></Relationship>
  <Relationship Id="rId7" Type="http://schemas.openxmlformats.org/officeDocument/2006/relationships/slide" Target="slides/slide3.xml"></Relationship>
  <Relationship Id="rId2" Type="http://schemas.openxmlformats.org/officeDocument/2006/relationships/customXml" Target="../customXml/item2.xml"></Relationship>
  <Relationship Id="rId16" Type="http://schemas.openxmlformats.org/officeDocument/2006/relationships/slide" Target="slides/slide12.xml"></Relationship>
  <Relationship Id="rId29" Type="http://schemas.openxmlformats.org/officeDocument/2006/relationships/slide" Target="slides/slide25.xml"></Relationship>
  <Relationship Id="rId1" Type="http://schemas.openxmlformats.org/officeDocument/2006/relationships/customXml" Target="../customXml/item1.xml"></Relationship>
  <Relationship Id="rId6" Type="http://schemas.openxmlformats.org/officeDocument/2006/relationships/slide" Target="slides/slide2.xml"></Relationship>
  <Relationship Id="rId11" Type="http://schemas.openxmlformats.org/officeDocument/2006/relationships/slide" Target="slides/slide7.xml"></Relationship>
  <Relationship Id="rId24" Type="http://schemas.openxmlformats.org/officeDocument/2006/relationships/slide" Target="slides/slide20.xml"></Relationship>
  <Relationship Id="rId32" Type="http://schemas.openxmlformats.org/officeDocument/2006/relationships/slide" Target="slides/slide28.xml"></Relationship>
  <Relationship Id="rId37" Type="http://schemas.openxmlformats.org/officeDocument/2006/relationships/handoutMaster" Target="handoutMasters/handoutMaster1.xml"></Relationship>
  <Relationship Id="rId40" Type="http://schemas.openxmlformats.org/officeDocument/2006/relationships/presProps" Target="presProps.xml"></Relationship>
  <Relationship Id="rId45" Type="http://schemas.microsoft.com/office/2015/10/relationships/revisionInfo" Target="revisionInfo.xml"></Relationship>
  <Relationship Id="rId5" Type="http://schemas.openxmlformats.org/officeDocument/2006/relationships/slide" Target="slides/slide1.xml"></Relationship>
  <Relationship Id="rId15" Type="http://schemas.openxmlformats.org/officeDocument/2006/relationships/slide" Target="slides/slide11.xml"></Relationship>
  <Relationship Id="rId23" Type="http://schemas.openxmlformats.org/officeDocument/2006/relationships/slide" Target="slides/slide19.xml"></Relationship>
  <Relationship Id="rId28" Type="http://schemas.openxmlformats.org/officeDocument/2006/relationships/slide" Target="slides/slide24.xml"></Relationship>
  <Relationship Id="rId36" Type="http://schemas.openxmlformats.org/officeDocument/2006/relationships/notesMaster" Target="notesMasters/notesMaster1.xml"></Relationship>
  <Relationship Id="rId10" Type="http://schemas.openxmlformats.org/officeDocument/2006/relationships/slide" Target="slides/slide6.xml"></Relationship>
  <Relationship Id="rId19" Type="http://schemas.openxmlformats.org/officeDocument/2006/relationships/slide" Target="slides/slide15.xml"></Relationship>
  <Relationship Id="rId31" Type="http://schemas.openxmlformats.org/officeDocument/2006/relationships/slide" Target="slides/slide27.xml"></Relationship>
  <Relationship Id="rId44" Type="http://schemas.microsoft.com/office/2016/11/relationships/changesInfo" Target="changesInfos/changesInfo1.xml"></Relationship>
  <Relationship Id="rId4" Type="http://schemas.openxmlformats.org/officeDocument/2006/relationships/slideMaster" Target="slideMasters/slideMaster1.xml"></Relationship>
  <Relationship Id="rId9" Type="http://schemas.openxmlformats.org/officeDocument/2006/relationships/slide" Target="slides/slide5.xml"></Relationship>
  <Relationship Id="rId14" Type="http://schemas.openxmlformats.org/officeDocument/2006/relationships/slide" Target="slides/slide10.xml"></Relationship>
  <Relationship Id="rId22" Type="http://schemas.openxmlformats.org/officeDocument/2006/relationships/slide" Target="slides/slide18.xml"></Relationship>
  <Relationship Id="rId27" Type="http://schemas.openxmlformats.org/officeDocument/2006/relationships/slide" Target="slides/slide23.xml"></Relationship>
  <Relationship Id="rId30" Type="http://schemas.openxmlformats.org/officeDocument/2006/relationships/slide" Target="slides/slide26.xml"></Relationship>
  <Relationship Id="rId35" Type="http://schemas.openxmlformats.org/officeDocument/2006/relationships/slide" Target="slides/slide31.xml"></Relationship>
  <Relationship Id="rId43" Type="http://schemas.openxmlformats.org/officeDocument/2006/relationships/tableStyles" Target="tableStyles.xml"></Relationship>
  <Relationship Id="rId8" Type="http://schemas.openxmlformats.org/officeDocument/2006/relationships/slide" Target="slides/slide4.xml"></Relationship>
  <Relationship Id="rId3" Type="http://schemas.openxmlformats.org/officeDocument/2006/relationships/customXml" Target="../customXml/item3.xml"></Relationship>
  <Relationship Id="rId12" Type="http://schemas.openxmlformats.org/officeDocument/2006/relationships/slide" Target="slides/slide8.xml"></Relationship>
  <Relationship Id="rId17" Type="http://schemas.openxmlformats.org/officeDocument/2006/relationships/slide" Target="slides/slide13.xml"></Relationship>
  <Relationship Id="rId25" Type="http://schemas.openxmlformats.org/officeDocument/2006/relationships/slide" Target="slides/slide21.xml"></Relationship>
  <Relationship Id="rId33" Type="http://schemas.openxmlformats.org/officeDocument/2006/relationships/slide" Target="slides/slide29.xml"></Relationship>
  <Relationship Id="rId38" Type="http://schemas.openxmlformats.org/officeDocument/2006/relationships/tags" Target="tags/tag1.xml"></Relationship>
  <Relationship Id="rId20" Type="http://schemas.openxmlformats.org/officeDocument/2006/relationships/slide" Target="slides/slide16.xml"></Relationship>
  <Relationship Id="rId41" Type="http://schemas.openxmlformats.org/officeDocument/2006/relationships/viewProps" Target="viewProps.xml"></Relationship>
  <Relationship Id="rId46" Type="http://schemas.openxmlformats.org/officeDocument/2006/relationships/slideMaster" Target="slideMasters/slideMaster2.xml"></Relationship>
</Relationships>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r Ronny (ROK)" userId="8cec358c-0466-4c97-876e-9174fbd2889a" providerId="ADAL" clId="{C9AA5C72-799E-415E-9411-BD2EBC3C7F45}"/>
    <pc:docChg chg="modSld modShowInfo">
      <pc:chgData name="Keller Ronny (ROK)" userId="8cec358c-0466-4c97-876e-9174fbd2889a" providerId="ADAL" clId="{C9AA5C72-799E-415E-9411-BD2EBC3C7F45}" dt="2024-09-23T09:11:12.034" v="44" actId="20577"/>
      <pc:docMkLst>
        <pc:docMk/>
      </pc:docMkLst>
      <pc:sldChg chg="modSp mod">
        <pc:chgData name="Keller Ronny (ROK)" userId="8cec358c-0466-4c97-876e-9174fbd2889a" providerId="ADAL" clId="{C9AA5C72-799E-415E-9411-BD2EBC3C7F45}" dt="2024-09-23T09:11:12.034" v="44" actId="20577"/>
        <pc:sldMkLst>
          <pc:docMk/>
          <pc:sldMk cId="3246385698" sldId="2146848207"/>
        </pc:sldMkLst>
      </pc:sldChg>
    </pc:docChg>
  </pc:docChgLst>
  <pc:docChgLst>
    <pc:chgData name="Linder Vanessa (L5V)" userId="91dfc1f3-d66c-434d-9553-86c56895b2ee" providerId="ADAL" clId="{4E9988AA-7A72-43F8-8B1D-FFEC06C678AE}"/>
    <pc:docChg chg="custSel modSld">
      <pc:chgData name="Linder Vanessa (L5V)" userId="91dfc1f3-d66c-434d-9553-86c56895b2ee" providerId="ADAL" clId="{4E9988AA-7A72-43F8-8B1D-FFEC06C678AE}" dt="2025-02-10T14:50:36.007" v="6" actId="20577"/>
      <pc:docMkLst>
        <pc:docMk/>
      </pc:docMkLst>
      <pc:sldChg chg="modSp mod">
        <pc:chgData name="Linder Vanessa (L5V)" userId="91dfc1f3-d66c-434d-9553-86c56895b2ee" providerId="ADAL" clId="{4E9988AA-7A72-43F8-8B1D-FFEC06C678AE}" dt="2025-02-10T12:42:36.160" v="5" actId="33524"/>
        <pc:sldMkLst>
          <pc:docMk/>
          <pc:sldMk cId="1874289417" sldId="5109"/>
        </pc:sldMkLst>
      </pc:sldChg>
      <pc:sldChg chg="modSp mod">
        <pc:chgData name="Linder Vanessa (L5V)" userId="91dfc1f3-d66c-434d-9553-86c56895b2ee" providerId="ADAL" clId="{4E9988AA-7A72-43F8-8B1D-FFEC06C678AE}" dt="2025-02-04T13:49:24.703" v="2" actId="207"/>
        <pc:sldMkLst>
          <pc:docMk/>
          <pc:sldMk cId="4092830834" sldId="5315"/>
        </pc:sldMkLst>
      </pc:sldChg>
      <pc:sldChg chg="modSp mod">
        <pc:chgData name="Linder Vanessa (L5V)" userId="91dfc1f3-d66c-434d-9553-86c56895b2ee" providerId="ADAL" clId="{4E9988AA-7A72-43F8-8B1D-FFEC06C678AE}" dt="2025-02-10T14:50:36.007" v="6" actId="20577"/>
        <pc:sldMkLst>
          <pc:docMk/>
          <pc:sldMk cId="1791554890" sldId="6043"/>
        </pc:sldMkLst>
      </pc:sldChg>
      <pc:sldChg chg="modSp mod">
        <pc:chgData name="Linder Vanessa (L5V)" userId="91dfc1f3-d66c-434d-9553-86c56895b2ee" providerId="ADAL" clId="{4E9988AA-7A72-43F8-8B1D-FFEC06C678AE}" dt="2025-02-04T13:49:37.654" v="4" actId="207"/>
        <pc:sldMkLst>
          <pc:docMk/>
          <pc:sldMk cId="3943641620" sldId="6153"/>
        </pc:sldMkLst>
      </pc:sldChg>
    </pc:docChg>
  </pc:docChgLst>
  <pc:docChgLst>
    <pc:chgData name="Linder Vanessa (L5V)" userId="91dfc1f3-d66c-434d-9553-86c56895b2ee" providerId="ADAL" clId="{359590E6-3FB9-4CE5-8FBF-742E1D269772}"/>
    <pc:docChg chg="modSld">
      <pc:chgData name="Linder Vanessa (L5V)" userId="91dfc1f3-d66c-434d-9553-86c56895b2ee" providerId="ADAL" clId="{359590E6-3FB9-4CE5-8FBF-742E1D269772}" dt="2025-03-24T11:36:07.064" v="20" actId="20577"/>
      <pc:docMkLst>
        <pc:docMk/>
      </pc:docMkLst>
      <pc:sldChg chg="modSp">
        <pc:chgData name="Linder Vanessa (L5V)" userId="91dfc1f3-d66c-434d-9553-86c56895b2ee" providerId="ADAL" clId="{359590E6-3FB9-4CE5-8FBF-742E1D269772}" dt="2025-03-17T10:23:36.173" v="1" actId="207"/>
        <pc:sldMkLst>
          <pc:docMk/>
          <pc:sldMk cId="1694259446" sldId="1057"/>
        </pc:sldMkLst>
      </pc:sldChg>
      <pc:sldChg chg="modNotesTx">
        <pc:chgData name="Linder Vanessa (L5V)" userId="91dfc1f3-d66c-434d-9553-86c56895b2ee" providerId="ADAL" clId="{359590E6-3FB9-4CE5-8FBF-742E1D269772}" dt="2025-03-24T11:36:07.064" v="20" actId="20577"/>
        <pc:sldMkLst>
          <pc:docMk/>
          <pc:sldMk cId="3246385698" sldId="2146848207"/>
        </pc:sldMkLst>
      </pc:sldChg>
      <pc:sldChg chg="modSp mod">
        <pc:chgData name="Linder Vanessa (L5V)" userId="91dfc1f3-d66c-434d-9553-86c56895b2ee" providerId="ADAL" clId="{359590E6-3FB9-4CE5-8FBF-742E1D269772}" dt="2025-03-18T10:49:41.878" v="6" actId="20577"/>
        <pc:sldMkLst>
          <pc:docMk/>
          <pc:sldMk cId="3727720275" sldId="2146848291"/>
        </pc:sldMkLst>
      </pc:sldChg>
    </pc:docChg>
  </pc:docChgLst>
  <pc:docChgLst>
    <pc:chgData name="Keller Ronny (ROK)" userId="S::ronny.keller@suva.ch::8cec358c-0466-4c97-876e-9174fbd2889a" providerId="AD" clId="Web-{12CA5601-5775-F2BF-81E4-47179443C586}"/>
    <pc:docChg chg="modSld">
      <pc:chgData name="Keller Ronny (ROK)" userId="S::ronny.keller@suva.ch::8cec358c-0466-4c97-876e-9174fbd2889a" providerId="AD" clId="Web-{12CA5601-5775-F2BF-81E4-47179443C586}" dt="2024-12-12T09:06:09.007" v="94" actId="20577"/>
      <pc:docMkLst>
        <pc:docMk/>
      </pc:docMkLst>
      <pc:sldChg chg="modSp">
        <pc:chgData name="Keller Ronny (ROK)" userId="S::ronny.keller@suva.ch::8cec358c-0466-4c97-876e-9174fbd2889a" providerId="AD" clId="Web-{12CA5601-5775-F2BF-81E4-47179443C586}" dt="2024-12-12T08:42:17.083" v="0" actId="1076"/>
        <pc:sldMkLst>
          <pc:docMk/>
          <pc:sldMk cId="1745496339" sldId="5080"/>
        </pc:sldMkLst>
      </pc:sldChg>
      <pc:sldChg chg="modSp">
        <pc:chgData name="Keller Ronny (ROK)" userId="S::ronny.keller@suva.ch::8cec358c-0466-4c97-876e-9174fbd2889a" providerId="AD" clId="Web-{12CA5601-5775-F2BF-81E4-47179443C586}" dt="2024-12-12T09:06:09.007" v="94" actId="20577"/>
        <pc:sldMkLst>
          <pc:docMk/>
          <pc:sldMk cId="1791554890" sldId="6043"/>
        </pc:sldMkLst>
      </pc:sldChg>
      <pc:sldChg chg="delSp delAnim">
        <pc:chgData name="Keller Ronny (ROK)" userId="S::ronny.keller@suva.ch::8cec358c-0466-4c97-876e-9174fbd2889a" providerId="AD" clId="Web-{12CA5601-5775-F2BF-81E4-47179443C586}" dt="2024-12-12T08:44:20.882" v="1"/>
        <pc:sldMkLst>
          <pc:docMk/>
          <pc:sldMk cId="2399550400" sldId="6154"/>
        </pc:sldMkLst>
      </pc:sldChg>
    </pc:docChg>
  </pc:docChgLst>
  <pc:docChgLst>
    <pc:chgData name="Linder Vanessa (L5V)" userId="91dfc1f3-d66c-434d-9553-86c56895b2ee" providerId="ADAL" clId="{841AB13D-0B32-4FD1-8563-9B874677408B}"/>
    <pc:docChg chg="modSld">
      <pc:chgData name="Linder Vanessa (L5V)" userId="91dfc1f3-d66c-434d-9553-86c56895b2ee" providerId="ADAL" clId="{841AB13D-0B32-4FD1-8563-9B874677408B}" dt="2025-08-04T09:11:41.492" v="1" actId="20577"/>
      <pc:docMkLst>
        <pc:docMk/>
      </pc:docMkLst>
      <pc:sldChg chg="modSp mod">
        <pc:chgData name="Linder Vanessa (L5V)" userId="91dfc1f3-d66c-434d-9553-86c56895b2ee" providerId="ADAL" clId="{841AB13D-0B32-4FD1-8563-9B874677408B}" dt="2025-08-04T09:11:41.492" v="1" actId="20577"/>
        <pc:sldMkLst>
          <pc:docMk/>
          <pc:sldMk cId="3658286160" sldId="2146848394"/>
        </pc:sldMkLst>
        <pc:spChg chg="mod">
          <ac:chgData name="Linder Vanessa (L5V)" userId="91dfc1f3-d66c-434d-9553-86c56895b2ee" providerId="ADAL" clId="{841AB13D-0B32-4FD1-8563-9B874677408B}" dt="2025-08-04T09:11:41.492" v="1" actId="20577"/>
          <ac:spMkLst>
            <pc:docMk/>
            <pc:sldMk cId="3658286160" sldId="2146848394"/>
            <ac:spMk id="2" creationId="{297DE1F0-7F09-9413-EEF5-9C4546C2CF49}"/>
          </ac:spMkLst>
        </pc:spChg>
      </pc:sldChg>
    </pc:docChg>
  </pc:docChgLst>
  <pc:docChgLst>
    <pc:chgData name="Linder Vanessa (L5V)" userId="91dfc1f3-d66c-434d-9553-86c56895b2ee" providerId="ADAL" clId="{F254FF8F-5862-437D-AB58-1ADA98EF5C86}"/>
    <pc:docChg chg="delSld modSld delSection modSection">
      <pc:chgData name="Linder Vanessa (L5V)" userId="91dfc1f3-d66c-434d-9553-86c56895b2ee" providerId="ADAL" clId="{F254FF8F-5862-437D-AB58-1ADA98EF5C86}" dt="2025-03-24T11:42:32.360" v="12" actId="20577"/>
      <pc:docMkLst>
        <pc:docMk/>
      </pc:docMkLst>
      <pc:sldChg chg="modNotesTx">
        <pc:chgData name="Linder Vanessa (L5V)" userId="91dfc1f3-d66c-434d-9553-86c56895b2ee" providerId="ADAL" clId="{F254FF8F-5862-437D-AB58-1ADA98EF5C86}" dt="2025-03-24T11:42:32.360" v="12" actId="20577"/>
        <pc:sldMkLst>
          <pc:docMk/>
          <pc:sldMk cId="2216772610" sldId="4906"/>
        </pc:sldMkLst>
      </pc:sldChg>
      <pc:sldChg chg="del">
        <pc:chgData name="Linder Vanessa (L5V)" userId="91dfc1f3-d66c-434d-9553-86c56895b2ee" providerId="ADAL" clId="{F254FF8F-5862-437D-AB58-1ADA98EF5C86}" dt="2025-03-24T11:42:19.332" v="0" actId="269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C23496D7-6E9C-4C27-A5C8-E25FD5A89880}"/>
    <pc:docChg chg="undo redo custSel addSld delSld modSld sldOrd modSection">
      <pc:chgData name="Keller Ronny (ROK)" userId="8cec358c-0466-4c97-876e-9174fbd2889a" providerId="ADAL" clId="{C23496D7-6E9C-4C27-A5C8-E25FD5A89880}" dt="2025-01-13T11:48:35.803" v="3191" actId="20577"/>
      <pc:docMkLst>
        <pc:docMk/>
      </pc:docMkLst>
      <pc:sldChg chg="addSp modSp mod">
        <pc:chgData name="Keller Ronny (ROK)" userId="8cec358c-0466-4c97-876e-9174fbd2889a" providerId="ADAL" clId="{C23496D7-6E9C-4C27-A5C8-E25FD5A89880}" dt="2025-01-07T14:22:38.710" v="2283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C23496D7-6E9C-4C27-A5C8-E25FD5A89880}" dt="2025-01-07T09:35:37.227" v="99" actId="20577"/>
        <pc:sldMkLst>
          <pc:docMk/>
          <pc:sldMk cId="2018733818" sldId="260"/>
        </pc:sldMkLst>
      </pc:sldChg>
      <pc:sldChg chg="addSp modSp mod">
        <pc:chgData name="Keller Ronny (ROK)" userId="8cec358c-0466-4c97-876e-9174fbd2889a" providerId="ADAL" clId="{C23496D7-6E9C-4C27-A5C8-E25FD5A89880}" dt="2025-01-07T10:55:26.918" v="428" actId="14100"/>
        <pc:sldMkLst>
          <pc:docMk/>
          <pc:sldMk cId="2664963460" sldId="262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1048945923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3150437273" sldId="264"/>
        </pc:sldMkLst>
      </pc:sldChg>
      <pc:sldChg chg="addSp modSp add mod modShow">
        <pc:chgData name="Keller Ronny (ROK)" userId="8cec358c-0466-4c97-876e-9174fbd2889a" providerId="ADAL" clId="{C23496D7-6E9C-4C27-A5C8-E25FD5A89880}" dt="2025-01-13T10:23:22.510" v="3086"/>
        <pc:sldMkLst>
          <pc:docMk/>
          <pc:sldMk cId="3823063115" sldId="264"/>
        </pc:sldMkLst>
      </pc:sldChg>
      <pc:sldChg chg="add del">
        <pc:chgData name="Keller Ronny (ROK)" userId="8cec358c-0466-4c97-876e-9174fbd2889a" providerId="ADAL" clId="{C23496D7-6E9C-4C27-A5C8-E25FD5A89880}" dt="2025-01-13T10:22:06.818" v="3068" actId="2696"/>
        <pc:sldMkLst>
          <pc:docMk/>
          <pc:sldMk cId="2202143057" sldId="265"/>
        </pc:sldMkLst>
      </pc:sldChg>
      <pc:sldChg chg="addSp modSp add mod modShow">
        <pc:chgData name="Keller Ronny (ROK)" userId="8cec358c-0466-4c97-876e-9174fbd2889a" providerId="ADAL" clId="{C23496D7-6E9C-4C27-A5C8-E25FD5A89880}" dt="2025-01-13T10:23:14.454" v="3085" actId="20577"/>
        <pc:sldMkLst>
          <pc:docMk/>
          <pc:sldMk cId="2313356286" sldId="265"/>
        </pc:sldMkLst>
      </pc:sldChg>
      <pc:sldChg chg="add del">
        <pc:chgData name="Keller Ronny (ROK)" userId="8cec358c-0466-4c97-876e-9174fbd2889a" providerId="ADAL" clId="{C23496D7-6E9C-4C27-A5C8-E25FD5A89880}" dt="2025-01-13T10:22:27.453" v="3070"/>
        <pc:sldMkLst>
          <pc:docMk/>
          <pc:sldMk cId="2724902254" sldId="265"/>
        </pc:sldMkLst>
      </pc:sldChg>
      <pc:sldChg chg="modSp mod">
        <pc:chgData name="Keller Ronny (ROK)" userId="8cec358c-0466-4c97-876e-9174fbd2889a" providerId="ADAL" clId="{C23496D7-6E9C-4C27-A5C8-E25FD5A89880}" dt="2025-01-07T10:53:23.755" v="396" actId="20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C23496D7-6E9C-4C27-A5C8-E25FD5A89880}" dt="2025-01-07T09:36:44.669" v="106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C23496D7-6E9C-4C27-A5C8-E25FD5A89880}" dt="2025-01-07T09:41:12.221" v="119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C23496D7-6E9C-4C27-A5C8-E25FD5A89880}" dt="2025-01-07T09:46:49.908" v="182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C23496D7-6E9C-4C27-A5C8-E25FD5A89880}" dt="2025-01-07T09:47:43.282" v="183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C23496D7-6E9C-4C27-A5C8-E25FD5A89880}" dt="2025-01-07T09:38:52.533" v="112" actId="20577"/>
        <pc:sldMkLst>
          <pc:docMk/>
          <pc:sldMk cId="172177465" sldId="320"/>
        </pc:sldMkLst>
      </pc:sldChg>
      <pc:sldChg chg="addSp modSp">
        <pc:chgData name="Keller Ronny (ROK)" userId="8cec358c-0466-4c97-876e-9174fbd2889a" providerId="ADAL" clId="{C23496D7-6E9C-4C27-A5C8-E25FD5A89880}" dt="2025-01-07T12:07:44.069" v="988"/>
        <pc:sldMkLst>
          <pc:docMk/>
          <pc:sldMk cId="1535237478" sldId="326"/>
        </pc:sldMkLst>
      </pc:sldChg>
      <pc:sldChg chg="addSp modSp mod">
        <pc:chgData name="Keller Ronny (ROK)" userId="8cec358c-0466-4c97-876e-9174fbd2889a" providerId="ADAL" clId="{C23496D7-6E9C-4C27-A5C8-E25FD5A89880}" dt="2025-01-07T11:29:10.820" v="986" actId="20577"/>
        <pc:sldMkLst>
          <pc:docMk/>
          <pc:sldMk cId="1358968621" sldId="336"/>
        </pc:sldMkLst>
      </pc:sldChg>
      <pc:sldChg chg="addSp modSp mod">
        <pc:chgData name="Keller Ronny (ROK)" userId="8cec358c-0466-4c97-876e-9174fbd2889a" providerId="ADAL" clId="{C23496D7-6E9C-4C27-A5C8-E25FD5A89880}" dt="2025-01-07T13:04:42.108" v="1639" actId="20577"/>
        <pc:sldMkLst>
          <pc:docMk/>
          <pc:sldMk cId="1126847237" sldId="345"/>
        </pc:sldMkLst>
      </pc:sldChg>
      <pc:sldChg chg="addSp modSp mod">
        <pc:chgData name="Keller Ronny (ROK)" userId="8cec358c-0466-4c97-876e-9174fbd2889a" providerId="ADAL" clId="{C23496D7-6E9C-4C27-A5C8-E25FD5A89880}" dt="2025-01-07T14:27:00.020" v="2417" actId="20577"/>
        <pc:sldMkLst>
          <pc:docMk/>
          <pc:sldMk cId="1454607499" sldId="346"/>
        </pc:sldMkLst>
      </pc:sldChg>
      <pc:sldChg chg="addSp modSp mod">
        <pc:chgData name="Keller Ronny (ROK)" userId="8cec358c-0466-4c97-876e-9174fbd2889a" providerId="ADAL" clId="{C23496D7-6E9C-4C27-A5C8-E25FD5A89880}" dt="2025-01-07T13:05:19.354" v="1655" actId="20577"/>
        <pc:sldMkLst>
          <pc:docMk/>
          <pc:sldMk cId="331528287" sldId="352"/>
        </pc:sldMkLst>
      </pc:sldChg>
      <pc:sldChg chg="addSp modSp mod">
        <pc:chgData name="Keller Ronny (ROK)" userId="8cec358c-0466-4c97-876e-9174fbd2889a" providerId="ADAL" clId="{C23496D7-6E9C-4C27-A5C8-E25FD5A89880}" dt="2025-01-07T12:11:37.460" v="1100" actId="20577"/>
        <pc:sldMkLst>
          <pc:docMk/>
          <pc:sldMk cId="2595453034" sldId="397"/>
        </pc:sldMkLst>
      </pc:sldChg>
      <pc:sldChg chg="addSp modSp mod">
        <pc:chgData name="Keller Ronny (ROK)" userId="8cec358c-0466-4c97-876e-9174fbd2889a" providerId="ADAL" clId="{C23496D7-6E9C-4C27-A5C8-E25FD5A89880}" dt="2025-01-07T14:20:53.285" v="2194" actId="20577"/>
        <pc:sldMkLst>
          <pc:docMk/>
          <pc:sldMk cId="3158016105" sldId="449"/>
        </pc:sldMkLst>
      </pc:sldChg>
      <pc:sldChg chg="addSp modSp mod">
        <pc:chgData name="Keller Ronny (ROK)" userId="8cec358c-0466-4c97-876e-9174fbd2889a" providerId="ADAL" clId="{C23496D7-6E9C-4C27-A5C8-E25FD5A89880}" dt="2025-01-07T14:27:18.180" v="2435" actId="1076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C23496D7-6E9C-4C27-A5C8-E25FD5A89880}" dt="2025-01-07T09:41:52.814" v="121" actId="20577"/>
        <pc:sldMkLst>
          <pc:docMk/>
          <pc:sldMk cId="4108533058" sldId="458"/>
        </pc:sldMkLst>
      </pc:sldChg>
      <pc:sldChg chg="addSp delSp modSp mod">
        <pc:chgData name="Keller Ronny (ROK)" userId="8cec358c-0466-4c97-876e-9174fbd2889a" providerId="ADAL" clId="{C23496D7-6E9C-4C27-A5C8-E25FD5A89880}" dt="2025-01-07T12:57:51.961" v="1587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C23496D7-6E9C-4C27-A5C8-E25FD5A89880}" dt="2025-01-07T12:16:38.107" v="1186" actId="20577"/>
        <pc:sldMkLst>
          <pc:docMk/>
          <pc:sldMk cId="872891917" sldId="3844"/>
        </pc:sldMkLst>
      </pc:sldChg>
      <pc:sldChg chg="addSp modSp mod">
        <pc:chgData name="Keller Ronny (ROK)" userId="8cec358c-0466-4c97-876e-9174fbd2889a" providerId="ADAL" clId="{C23496D7-6E9C-4C27-A5C8-E25FD5A89880}" dt="2025-01-07T12:25:09.686" v="1418" actId="1076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C23496D7-6E9C-4C27-A5C8-E25FD5A89880}" dt="2025-01-07T09:32:54.687" v="90" actId="6549"/>
        <pc:sldMkLst>
          <pc:docMk/>
          <pc:sldMk cId="1419656728" sldId="4558"/>
        </pc:sldMkLst>
      </pc:sldChg>
      <pc:sldChg chg="addSp modSp mod modNotesTx">
        <pc:chgData name="Keller Ronny (ROK)" userId="8cec358c-0466-4c97-876e-9174fbd2889a" providerId="ADAL" clId="{C23496D7-6E9C-4C27-A5C8-E25FD5A89880}" dt="2025-01-07T12:59:46.975" v="1590" actId="20577"/>
        <pc:sldMkLst>
          <pc:docMk/>
          <pc:sldMk cId="4101066509" sldId="4998"/>
        </pc:sldMkLst>
      </pc:sldChg>
      <pc:sldChg chg="modAnim">
        <pc:chgData name="Keller Ronny (ROK)" userId="8cec358c-0466-4c97-876e-9174fbd2889a" providerId="ADAL" clId="{C23496D7-6E9C-4C27-A5C8-E25FD5A89880}" dt="2025-01-13T10:03:20.733" v="3040"/>
        <pc:sldMkLst>
          <pc:docMk/>
          <pc:sldMk cId="2641009297" sldId="5255"/>
        </pc:sldMkLst>
      </pc:sldChg>
      <pc:sldChg chg="modNotesTx">
        <pc:chgData name="Keller Ronny (ROK)" userId="8cec358c-0466-4c97-876e-9174fbd2889a" providerId="ADAL" clId="{C23496D7-6E9C-4C27-A5C8-E25FD5A89880}" dt="2025-01-07T09:45:12.413" v="153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C23496D7-6E9C-4C27-A5C8-E25FD5A89880}" dt="2025-01-07T09:45:25.925" v="15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C23496D7-6E9C-4C27-A5C8-E25FD5A89880}" dt="2025-01-07T09:46:00.390" v="177" actId="20577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C23496D7-6E9C-4C27-A5C8-E25FD5A89880}" dt="2025-01-07T09:34:30.996" v="96" actId="6549"/>
        <pc:sldMkLst>
          <pc:docMk/>
          <pc:sldMk cId="3662815837" sldId="5279"/>
        </pc:sldMkLst>
      </pc:sldChg>
      <pc:sldChg chg="addSp modSp mod">
        <pc:chgData name="Keller Ronny (ROK)" userId="8cec358c-0466-4c97-876e-9174fbd2889a" providerId="ADAL" clId="{C23496D7-6E9C-4C27-A5C8-E25FD5A89880}" dt="2025-01-07T11:00:21.538" v="551" actId="1076"/>
        <pc:sldMkLst>
          <pc:docMk/>
          <pc:sldMk cId="3145260496" sldId="5280"/>
        </pc:sldMkLst>
      </pc:sldChg>
      <pc:sldChg chg="modAnim">
        <pc:chgData name="Keller Ronny (ROK)" userId="8cec358c-0466-4c97-876e-9174fbd2889a" providerId="ADAL" clId="{C23496D7-6E9C-4C27-A5C8-E25FD5A89880}" dt="2025-01-13T10:04:59.124" v="3042"/>
        <pc:sldMkLst>
          <pc:docMk/>
          <pc:sldMk cId="1924602766" sldId="5308"/>
        </pc:sldMkLst>
      </pc:sldChg>
      <pc:sldChg chg="modNotesTx">
        <pc:chgData name="Keller Ronny (ROK)" userId="8cec358c-0466-4c97-876e-9174fbd2889a" providerId="ADAL" clId="{C23496D7-6E9C-4C27-A5C8-E25FD5A89880}" dt="2025-01-07T09:57:57.580" v="281" actId="20577"/>
        <pc:sldMkLst>
          <pc:docMk/>
          <pc:sldMk cId="2880559716" sldId="5336"/>
        </pc:sldMkLst>
      </pc:sldChg>
      <pc:sldChg chg="addSp modSp mod">
        <pc:chgData name="Keller Ronny (ROK)" userId="8cec358c-0466-4c97-876e-9174fbd2889a" providerId="ADAL" clId="{C23496D7-6E9C-4C27-A5C8-E25FD5A89880}" dt="2025-01-07T14:19:34.981" v="2137" actId="20577"/>
        <pc:sldMkLst>
          <pc:docMk/>
          <pc:sldMk cId="1202398455" sldId="5341"/>
        </pc:sldMkLst>
      </pc:sldChg>
      <pc:sldChg chg="addSp modSp mod modNotesTx">
        <pc:chgData name="Keller Ronny (ROK)" userId="8cec358c-0466-4c97-876e-9174fbd2889a" providerId="ADAL" clId="{C23496D7-6E9C-4C27-A5C8-E25FD5A89880}" dt="2025-01-07T14:20:32.253" v="2177" actId="20577"/>
        <pc:sldMkLst>
          <pc:docMk/>
          <pc:sldMk cId="1686827552" sldId="5349"/>
        </pc:sldMkLst>
      </pc:sldChg>
      <pc:sldChg chg="addSp modSp mod modNotesTx">
        <pc:chgData name="Keller Ronny (ROK)" userId="8cec358c-0466-4c97-876e-9174fbd2889a" providerId="ADAL" clId="{C23496D7-6E9C-4C27-A5C8-E25FD5A89880}" dt="2025-01-07T14:16:58.372" v="1875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C23496D7-6E9C-4C27-A5C8-E25FD5A89880}" dt="2025-01-07T10:00:19.483" v="296" actId="20577"/>
        <pc:sldMkLst>
          <pc:docMk/>
          <pc:sldMk cId="1332570794" sldId="5383"/>
        </pc:sldMkLst>
      </pc:sldChg>
      <pc:sldChg chg="addSp modSp mod">
        <pc:chgData name="Keller Ronny (ROK)" userId="8cec358c-0466-4c97-876e-9174fbd2889a" providerId="ADAL" clId="{C23496D7-6E9C-4C27-A5C8-E25FD5A89880}" dt="2025-01-07T14:27:50.167" v="2454" actId="20577"/>
        <pc:sldMkLst>
          <pc:docMk/>
          <pc:sldMk cId="3974329777" sldId="5393"/>
        </pc:sldMkLst>
      </pc:sldChg>
      <pc:sldChg chg="addSp modSp mod modNotesTx">
        <pc:chgData name="Keller Ronny (ROK)" userId="8cec358c-0466-4c97-876e-9174fbd2889a" providerId="ADAL" clId="{C23496D7-6E9C-4C27-A5C8-E25FD5A89880}" dt="2025-01-07T14:29:43.982" v="2554" actId="20577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C23496D7-6E9C-4C27-A5C8-E25FD5A89880}" dt="2025-01-07T10:01:34.142" v="301" actId="6549"/>
        <pc:sldMkLst>
          <pc:docMk/>
          <pc:sldMk cId="936621846" sldId="5406"/>
        </pc:sldMkLst>
      </pc:sldChg>
      <pc:sldChg chg="addSp delSp modSp mod">
        <pc:chgData name="Keller Ronny (ROK)" userId="8cec358c-0466-4c97-876e-9174fbd2889a" providerId="ADAL" clId="{C23496D7-6E9C-4C27-A5C8-E25FD5A89880}" dt="2025-01-07T12:47:23.044" v="1507" actId="1076"/>
        <pc:sldMkLst>
          <pc:docMk/>
          <pc:sldMk cId="4025143471" sldId="6004"/>
        </pc:sldMkLst>
      </pc:sldChg>
      <pc:sldChg chg="addSp delSp modSp mod">
        <pc:chgData name="Keller Ronny (ROK)" userId="8cec358c-0466-4c97-876e-9174fbd2889a" providerId="ADAL" clId="{C23496D7-6E9C-4C27-A5C8-E25FD5A89880}" dt="2025-01-07T14:40:02.100" v="2940" actId="313"/>
        <pc:sldMkLst>
          <pc:docMk/>
          <pc:sldMk cId="2409465159" sldId="6012"/>
        </pc:sldMkLst>
      </pc:sldChg>
      <pc:sldChg chg="addSp delSp modSp mod">
        <pc:chgData name="Keller Ronny (ROK)" userId="8cec358c-0466-4c97-876e-9174fbd2889a" providerId="ADAL" clId="{C23496D7-6E9C-4C27-A5C8-E25FD5A89880}" dt="2025-01-07T14:40:26.971" v="2971" actId="478"/>
        <pc:sldMkLst>
          <pc:docMk/>
          <pc:sldMk cId="2964811200" sldId="6014"/>
        </pc:sldMkLst>
      </pc:sldChg>
      <pc:sldChg chg="addSp modSp mod">
        <pc:chgData name="Keller Ronny (ROK)" userId="8cec358c-0466-4c97-876e-9174fbd2889a" providerId="ADAL" clId="{C23496D7-6E9C-4C27-A5C8-E25FD5A89880}" dt="2025-01-07T12:53:50.977" v="1562" actId="1076"/>
        <pc:sldMkLst>
          <pc:docMk/>
          <pc:sldMk cId="2904701780" sldId="6016"/>
        </pc:sldMkLst>
      </pc:sldChg>
      <pc:sldChg chg="addSp delSp modSp mod">
        <pc:chgData name="Keller Ronny (ROK)" userId="8cec358c-0466-4c97-876e-9174fbd2889a" providerId="ADAL" clId="{C23496D7-6E9C-4C27-A5C8-E25FD5A89880}" dt="2025-01-07T14:40:47.972" v="2974" actId="478"/>
        <pc:sldMkLst>
          <pc:docMk/>
          <pc:sldMk cId="2678172998" sldId="6029"/>
        </pc:sldMkLst>
      </pc:sldChg>
      <pc:sldChg chg="addSp modSp mod">
        <pc:chgData name="Keller Ronny (ROK)" userId="8cec358c-0466-4c97-876e-9174fbd2889a" providerId="ADAL" clId="{C23496D7-6E9C-4C27-A5C8-E25FD5A89880}" dt="2025-01-07T12:21:31.436" v="1320" actId="20577"/>
        <pc:sldMkLst>
          <pc:docMk/>
          <pc:sldMk cId="4023648413" sldId="6037"/>
        </pc:sldMkLst>
      </pc:sldChg>
      <pc:sldChg chg="addSp delSp modSp mod">
        <pc:chgData name="Keller Ronny (ROK)" userId="8cec358c-0466-4c97-876e-9174fbd2889a" providerId="ADAL" clId="{C23496D7-6E9C-4C27-A5C8-E25FD5A89880}" dt="2025-01-07T14:42:06.971" v="2996" actId="20577"/>
        <pc:sldMkLst>
          <pc:docMk/>
          <pc:sldMk cId="2076226604" sldId="6038"/>
        </pc:sldMkLst>
      </pc:sldChg>
      <pc:sldChg chg="addSp modSp mod">
        <pc:chgData name="Keller Ronny (ROK)" userId="8cec358c-0466-4c97-876e-9174fbd2889a" providerId="ADAL" clId="{C23496D7-6E9C-4C27-A5C8-E25FD5A89880}" dt="2025-01-07T14:41:09.589" v="2976" actId="20577"/>
        <pc:sldMkLst>
          <pc:docMk/>
          <pc:sldMk cId="507570516" sldId="6040"/>
        </pc:sldMkLst>
      </pc:sldChg>
      <pc:sldChg chg="addSp modSp mod ord">
        <pc:chgData name="Keller Ronny (ROK)" userId="8cec358c-0466-4c97-876e-9174fbd2889a" providerId="ADAL" clId="{C23496D7-6E9C-4C27-A5C8-E25FD5A89880}" dt="2025-01-07T14:43:58.426" v="3017" actId="20577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C23496D7-6E9C-4C27-A5C8-E25FD5A89880}" dt="2025-01-07T12:24:09.844" v="1408" actId="20577"/>
        <pc:sldMkLst>
          <pc:docMk/>
          <pc:sldMk cId="1423708962" sldId="6044"/>
        </pc:sldMkLst>
      </pc:sldChg>
      <pc:sldChg chg="addSp modSp">
        <pc:chgData name="Keller Ronny (ROK)" userId="8cec358c-0466-4c97-876e-9174fbd2889a" providerId="ADAL" clId="{C23496D7-6E9C-4C27-A5C8-E25FD5A89880}" dt="2025-01-07T12:25:40.329" v="1419"/>
        <pc:sldMkLst>
          <pc:docMk/>
          <pc:sldMk cId="1403583337" sldId="6049"/>
        </pc:sldMkLst>
      </pc:sldChg>
      <pc:sldChg chg="addSp delSp modSp mod">
        <pc:chgData name="Keller Ronny (ROK)" userId="8cec358c-0466-4c97-876e-9174fbd2889a" providerId="ADAL" clId="{C23496D7-6E9C-4C27-A5C8-E25FD5A89880}" dt="2025-01-07T13:10:07.828" v="1658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C23496D7-6E9C-4C27-A5C8-E25FD5A89880}" dt="2025-01-07T09:57:38.803" v="280" actId="20577"/>
        <pc:sldMkLst>
          <pc:docMk/>
          <pc:sldMk cId="958829163" sldId="6072"/>
        </pc:sldMkLst>
      </pc:sldChg>
      <pc:sldChg chg="addSp modSp mod">
        <pc:chgData name="Keller Ronny (ROK)" userId="8cec358c-0466-4c97-876e-9174fbd2889a" providerId="ADAL" clId="{C23496D7-6E9C-4C27-A5C8-E25FD5A89880}" dt="2025-01-07T14:46:58.915" v="3023" actId="20577"/>
        <pc:sldMkLst>
          <pc:docMk/>
          <pc:sldMk cId="3272717599" sldId="6078"/>
        </pc:sldMkLst>
      </pc:sldChg>
      <pc:sldChg chg="addSp modSp mod">
        <pc:chgData name="Keller Ronny (ROK)" userId="8cec358c-0466-4c97-876e-9174fbd2889a" providerId="ADAL" clId="{C23496D7-6E9C-4C27-A5C8-E25FD5A89880}" dt="2025-01-07T14:23:04.217" v="2301" actId="1076"/>
        <pc:sldMkLst>
          <pc:docMk/>
          <pc:sldMk cId="2667540193" sldId="6082"/>
        </pc:sldMkLst>
      </pc:sldChg>
      <pc:sldChg chg="addSp modSp mod">
        <pc:chgData name="Keller Ronny (ROK)" userId="8cec358c-0466-4c97-876e-9174fbd2889a" providerId="ADAL" clId="{C23496D7-6E9C-4C27-A5C8-E25FD5A89880}" dt="2025-01-07T14:47:23.740" v="3025" actId="20577"/>
        <pc:sldMkLst>
          <pc:docMk/>
          <pc:sldMk cId="612857534" sldId="6089"/>
        </pc:sldMkLst>
      </pc:sldChg>
      <pc:sldChg chg="addSp modSp mod">
        <pc:chgData name="Keller Ronny (ROK)" userId="8cec358c-0466-4c97-876e-9174fbd2889a" providerId="ADAL" clId="{C23496D7-6E9C-4C27-A5C8-E25FD5A89880}" dt="2025-01-07T14:29:05.421" v="2512" actId="20577"/>
        <pc:sldMkLst>
          <pc:docMk/>
          <pc:sldMk cId="1936920143" sldId="6095"/>
        </pc:sldMkLst>
      </pc:sldChg>
      <pc:sldChg chg="addSp modSp mod">
        <pc:chgData name="Keller Ronny (ROK)" userId="8cec358c-0466-4c97-876e-9174fbd2889a" providerId="ADAL" clId="{C23496D7-6E9C-4C27-A5C8-E25FD5A89880}" dt="2025-01-07T13:10:37.587" v="1680" actId="20577"/>
        <pc:sldMkLst>
          <pc:docMk/>
          <pc:sldMk cId="1588290532" sldId="6101"/>
        </pc:sldMkLst>
      </pc:sldChg>
      <pc:sldChg chg="addSp modSp mod">
        <pc:chgData name="Keller Ronny (ROK)" userId="8cec358c-0466-4c97-876e-9174fbd2889a" providerId="ADAL" clId="{C23496D7-6E9C-4C27-A5C8-E25FD5A89880}" dt="2025-01-07T14:23:49.142" v="2341" actId="20577"/>
        <pc:sldMkLst>
          <pc:docMk/>
          <pc:sldMk cId="3065224746" sldId="6111"/>
        </pc:sldMkLst>
      </pc:sldChg>
      <pc:sldChg chg="modNotesTx">
        <pc:chgData name="Keller Ronny (ROK)" userId="8cec358c-0466-4c97-876e-9174fbd2889a" providerId="ADAL" clId="{C23496D7-6E9C-4C27-A5C8-E25FD5A89880}" dt="2025-01-07T09:46:18.085" v="179" actId="20577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C23496D7-6E9C-4C27-A5C8-E25FD5A89880}" dt="2025-01-07T09:43:28.628" v="134" actId="20577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C23496D7-6E9C-4C27-A5C8-E25FD5A89880}" dt="2025-01-07T10:00:59.538" v="299" actId="20577"/>
        <pc:sldMkLst>
          <pc:docMk/>
          <pc:sldMk cId="1376645465" sldId="6146"/>
        </pc:sldMkLst>
      </pc:sldChg>
      <pc:sldChg chg="addSp modSp mod">
        <pc:chgData name="Keller Ronny (ROK)" userId="8cec358c-0466-4c97-876e-9174fbd2889a" providerId="ADAL" clId="{C23496D7-6E9C-4C27-A5C8-E25FD5A89880}" dt="2025-01-07T12:27:56.191" v="1450" actId="20577"/>
        <pc:sldMkLst>
          <pc:docMk/>
          <pc:sldMk cId="1872620403" sldId="6152"/>
        </pc:sldMkLst>
      </pc:sldChg>
      <pc:sldChg chg="addSp delSp modSp mod">
        <pc:chgData name="Keller Ronny (ROK)" userId="8cec358c-0466-4c97-876e-9174fbd2889a" providerId="ADAL" clId="{C23496D7-6E9C-4C27-A5C8-E25FD5A89880}" dt="2025-01-07T10:54:51.305" v="399" actId="478"/>
        <pc:sldMkLst>
          <pc:docMk/>
          <pc:sldMk cId="2399550400" sldId="6154"/>
        </pc:sldMkLst>
      </pc:sldChg>
      <pc:sldChg chg="addSp modSp">
        <pc:chgData name="Keller Ronny (ROK)" userId="8cec358c-0466-4c97-876e-9174fbd2889a" providerId="ADAL" clId="{C23496D7-6E9C-4C27-A5C8-E25FD5A89880}" dt="2025-01-07T12:12:30.084" v="1101"/>
        <pc:sldMkLst>
          <pc:docMk/>
          <pc:sldMk cId="3949794934" sldId="6161"/>
        </pc:sldMkLst>
      </pc:sldChg>
      <pc:sldChg chg="addSp modSp mod modNotesTx">
        <pc:chgData name="Keller Ronny (ROK)" userId="8cec358c-0466-4c97-876e-9174fbd2889a" providerId="ADAL" clId="{C23496D7-6E9C-4C27-A5C8-E25FD5A89880}" dt="2025-01-07T12:51:12.256" v="1561" actId="20577"/>
        <pc:sldMkLst>
          <pc:docMk/>
          <pc:sldMk cId="1084297140" sldId="2146848048"/>
        </pc:sldMkLst>
      </pc:sldChg>
      <pc:sldChg chg="addSp modSp mod modNotesTx">
        <pc:chgData name="Keller Ronny (ROK)" userId="8cec358c-0466-4c97-876e-9174fbd2889a" providerId="ADAL" clId="{C23496D7-6E9C-4C27-A5C8-E25FD5A89880}" dt="2025-01-07T12:38:45.032" v="1483" actId="1076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C23496D7-6E9C-4C27-A5C8-E25FD5A89880}" dt="2025-01-07T09:45:03.173" v="148" actId="20577"/>
        <pc:sldMkLst>
          <pc:docMk/>
          <pc:sldMk cId="1248839468" sldId="2146848055"/>
        </pc:sldMkLst>
      </pc:sldChg>
      <pc:sldChg chg="addSp modSp mod">
        <pc:chgData name="Keller Ronny (ROK)" userId="8cec358c-0466-4c97-876e-9174fbd2889a" providerId="ADAL" clId="{C23496D7-6E9C-4C27-A5C8-E25FD5A89880}" dt="2025-01-07T14:21:25.013" v="2259" actId="20577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C23496D7-6E9C-4C27-A5C8-E25FD5A89880}" dt="2025-01-13T11:48:35.803" v="3191" actId="20577"/>
        <pc:sldMkLst>
          <pc:docMk/>
          <pc:sldMk cId="3246385698" sldId="2146848207"/>
        </pc:sldMkLst>
      </pc:sldChg>
      <pc:sldChg chg="addSp modSp mod">
        <pc:chgData name="Keller Ronny (ROK)" userId="8cec358c-0466-4c97-876e-9174fbd2889a" providerId="ADAL" clId="{C23496D7-6E9C-4C27-A5C8-E25FD5A89880}" dt="2025-01-07T12:09:35.965" v="1022" actId="20577"/>
        <pc:sldMkLst>
          <pc:docMk/>
          <pc:sldMk cId="4069769838" sldId="2146848224"/>
        </pc:sldMkLst>
      </pc:sldChg>
      <pc:sldChg chg="addSp modSp mod modNotesTx">
        <pc:chgData name="Keller Ronny (ROK)" userId="8cec358c-0466-4c97-876e-9174fbd2889a" providerId="ADAL" clId="{C23496D7-6E9C-4C27-A5C8-E25FD5A89880}" dt="2025-01-07T10:56:19.829" v="473" actId="20577"/>
        <pc:sldMkLst>
          <pc:docMk/>
          <pc:sldMk cId="2898509101" sldId="2146848240"/>
        </pc:sldMkLst>
      </pc:sldChg>
      <pc:sldChg chg="addSp modSp">
        <pc:chgData name="Keller Ronny (ROK)" userId="8cec358c-0466-4c97-876e-9174fbd2889a" providerId="ADAL" clId="{C23496D7-6E9C-4C27-A5C8-E25FD5A89880}" dt="2025-01-07T12:20:40.252" v="1264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C23496D7-6E9C-4C27-A5C8-E25FD5A89880}" dt="2025-01-07T09:56:50.476" v="231" actId="20577"/>
        <pc:sldMkLst>
          <pc:docMk/>
          <pc:sldMk cId="673756270" sldId="2146848245"/>
        </pc:sldMkLst>
      </pc:sldChg>
      <pc:sldChg chg="addSp modSp">
        <pc:chgData name="Keller Ronny (ROK)" userId="8cec358c-0466-4c97-876e-9174fbd2889a" providerId="ADAL" clId="{C23496D7-6E9C-4C27-A5C8-E25FD5A89880}" dt="2025-01-07T12:20:22.063" v="1262"/>
        <pc:sldMkLst>
          <pc:docMk/>
          <pc:sldMk cId="2502629860" sldId="2146848265"/>
        </pc:sldMkLst>
      </pc:sldChg>
      <pc:sldChg chg="addSp modSp">
        <pc:chgData name="Keller Ronny (ROK)" userId="8cec358c-0466-4c97-876e-9174fbd2889a" providerId="ADAL" clId="{C23496D7-6E9C-4C27-A5C8-E25FD5A89880}" dt="2025-01-07T12:20:20.987" v="1261"/>
        <pc:sldMkLst>
          <pc:docMk/>
          <pc:sldMk cId="3392937672" sldId="2146848266"/>
        </pc:sldMkLst>
      </pc:sldChg>
      <pc:sldChg chg="addSp modSp mod">
        <pc:chgData name="Keller Ronny (ROK)" userId="8cec358c-0466-4c97-876e-9174fbd2889a" providerId="ADAL" clId="{C23496D7-6E9C-4C27-A5C8-E25FD5A89880}" dt="2025-01-07T12:14:38.263" v="1103" actId="1076"/>
        <pc:sldMkLst>
          <pc:docMk/>
          <pc:sldMk cId="1305228491" sldId="2146848267"/>
        </pc:sldMkLst>
      </pc:sldChg>
      <pc:sldChg chg="addSp modSp">
        <pc:chgData name="Keller Ronny (ROK)" userId="8cec358c-0466-4c97-876e-9174fbd2889a" providerId="ADAL" clId="{C23496D7-6E9C-4C27-A5C8-E25FD5A89880}" dt="2025-01-07T12:20:26.949" v="1263"/>
        <pc:sldMkLst>
          <pc:docMk/>
          <pc:sldMk cId="2338030500" sldId="2146848268"/>
        </pc:sldMkLst>
      </pc:sldChg>
      <pc:sldChg chg="addSp modSp mod modNotesTx">
        <pc:chgData name="Keller Ronny (ROK)" userId="8cec358c-0466-4c97-876e-9174fbd2889a" providerId="ADAL" clId="{C23496D7-6E9C-4C27-A5C8-E25FD5A89880}" dt="2025-01-07T11:25:25.510" v="903" actId="20577"/>
        <pc:sldMkLst>
          <pc:docMk/>
          <pc:sldMk cId="882732975" sldId="2146848269"/>
        </pc:sldMkLst>
      </pc:sldChg>
      <pc:sldChg chg="addSp modSp">
        <pc:chgData name="Keller Ronny (ROK)" userId="8cec358c-0466-4c97-876e-9174fbd2889a" providerId="ADAL" clId="{C23496D7-6E9C-4C27-A5C8-E25FD5A89880}" dt="2025-01-07T12:20:15.397" v="1260"/>
        <pc:sldMkLst>
          <pc:docMk/>
          <pc:sldMk cId="580933920" sldId="2146848270"/>
        </pc:sldMkLst>
      </pc:sldChg>
      <pc:sldChg chg="addSp modSp mod">
        <pc:chgData name="Keller Ronny (ROK)" userId="8cec358c-0466-4c97-876e-9174fbd2889a" providerId="ADAL" clId="{C23496D7-6E9C-4C27-A5C8-E25FD5A89880}" dt="2025-01-07T13:22:34.728" v="1789" actId="20577"/>
        <pc:sldMkLst>
          <pc:docMk/>
          <pc:sldMk cId="1045808870" sldId="2146848283"/>
        </pc:sldMkLst>
      </pc:sldChg>
      <pc:sldChg chg="addSp modSp mod">
        <pc:chgData name="Keller Ronny (ROK)" userId="8cec358c-0466-4c97-876e-9174fbd2889a" providerId="ADAL" clId="{C23496D7-6E9C-4C27-A5C8-E25FD5A89880}" dt="2025-01-07T10:59:00.021" v="534" actId="20577"/>
        <pc:sldMkLst>
          <pc:docMk/>
          <pc:sldMk cId="980847365" sldId="2146848286"/>
        </pc:sldMkLst>
      </pc:sldChg>
      <pc:sldChg chg="modNotesTx">
        <pc:chgData name="Keller Ronny (ROK)" userId="8cec358c-0466-4c97-876e-9174fbd2889a" providerId="ADAL" clId="{C23496D7-6E9C-4C27-A5C8-E25FD5A89880}" dt="2025-01-07T09:35:57.508" v="103" actId="20577"/>
        <pc:sldMkLst>
          <pc:docMk/>
          <pc:sldMk cId="570659367" sldId="2146848290"/>
        </pc:sldMkLst>
      </pc:sldChg>
      <pc:sldChg chg="addSp delSp modSp mod">
        <pc:chgData name="Keller Ronny (ROK)" userId="8cec358c-0466-4c97-876e-9174fbd2889a" providerId="ADAL" clId="{C23496D7-6E9C-4C27-A5C8-E25FD5A89880}" dt="2025-01-07T14:39:24.466" v="2914" actId="1076"/>
        <pc:sldMkLst>
          <pc:docMk/>
          <pc:sldMk cId="3727720275" sldId="2146848291"/>
        </pc:sldMkLst>
      </pc:sldChg>
      <pc:sldChg chg="addSp delSp modSp mod">
        <pc:chgData name="Keller Ronny (ROK)" userId="8cec358c-0466-4c97-876e-9174fbd2889a" providerId="ADAL" clId="{C23496D7-6E9C-4C27-A5C8-E25FD5A89880}" dt="2025-01-07T12:47:59.076" v="1508" actId="1076"/>
        <pc:sldMkLst>
          <pc:docMk/>
          <pc:sldMk cId="190164413" sldId="2146848292"/>
        </pc:sldMkLst>
      </pc:sldChg>
      <pc:sldChg chg="modNotesTx">
        <pc:chgData name="Keller Ronny (ROK)" userId="8cec358c-0466-4c97-876e-9174fbd2889a" providerId="ADAL" clId="{C23496D7-6E9C-4C27-A5C8-E25FD5A89880}" dt="2025-01-07T09:38:05.190" v="111" actId="313"/>
        <pc:sldMkLst>
          <pc:docMk/>
          <pc:sldMk cId="3131955834" sldId="2146848294"/>
        </pc:sldMkLst>
      </pc:sldChg>
      <pc:sldChg chg="addSp delSp modSp mod">
        <pc:chgData name="Keller Ronny (ROK)" userId="8cec358c-0466-4c97-876e-9174fbd2889a" providerId="ADAL" clId="{C23496D7-6E9C-4C27-A5C8-E25FD5A89880}" dt="2025-01-13T09:54:43.606" v="3035" actId="478"/>
        <pc:sldMkLst>
          <pc:docMk/>
          <pc:sldMk cId="1733383640" sldId="2146848295"/>
        </pc:sldMkLst>
      </pc:sldChg>
      <pc:sldChg chg="addSp modSp">
        <pc:chgData name="Keller Ronny (ROK)" userId="8cec358c-0466-4c97-876e-9174fbd2889a" providerId="ADAL" clId="{C23496D7-6E9C-4C27-A5C8-E25FD5A89880}" dt="2025-01-07T12:11:06.678" v="1058"/>
        <pc:sldMkLst>
          <pc:docMk/>
          <pc:sldMk cId="1667274029" sldId="2146848296"/>
        </pc:sldMkLst>
      </pc:sldChg>
      <pc:sldChg chg="addSp modSp mod">
        <pc:chgData name="Keller Ronny (ROK)" userId="8cec358c-0466-4c97-876e-9174fbd2889a" providerId="ADAL" clId="{C23496D7-6E9C-4C27-A5C8-E25FD5A89880}" dt="2025-01-07T12:11:14.389" v="1065" actId="20577"/>
        <pc:sldMkLst>
          <pc:docMk/>
          <pc:sldMk cId="2484373030" sldId="2146848297"/>
        </pc:sldMkLst>
      </pc:sldChg>
      <pc:sldChg chg="modSp mod">
        <pc:chgData name="Keller Ronny (ROK)" userId="8cec358c-0466-4c97-876e-9174fbd2889a" providerId="ADAL" clId="{C23496D7-6E9C-4C27-A5C8-E25FD5A89880}" dt="2025-01-07T15:01:24.619" v="3033" actId="1037"/>
        <pc:sldMkLst>
          <pc:docMk/>
          <pc:sldMk cId="2113615641" sldId="2146848299"/>
        </pc:sldMkLst>
      </pc:sldChg>
      <pc:sldChg chg="addSp modSp mod">
        <pc:chgData name="Keller Ronny (ROK)" userId="8cec358c-0466-4c97-876e-9174fbd2889a" providerId="ADAL" clId="{C23496D7-6E9C-4C27-A5C8-E25FD5A89880}" dt="2025-01-07T14:45:34.566" v="3021" actId="1076"/>
        <pc:sldMkLst>
          <pc:docMk/>
          <pc:sldMk cId="2896239797" sldId="2146848311"/>
        </pc:sldMkLst>
      </pc:sldChg>
      <pc:sldChg chg="addSp modSp mod">
        <pc:chgData name="Keller Ronny (ROK)" userId="8cec358c-0466-4c97-876e-9174fbd2889a" providerId="ADAL" clId="{C23496D7-6E9C-4C27-A5C8-E25FD5A89880}" dt="2025-01-07T14:17:56.116" v="1980" actId="20577"/>
        <pc:sldMkLst>
          <pc:docMk/>
          <pc:sldMk cId="1955904328" sldId="2146848313"/>
        </pc:sldMkLst>
      </pc:sldChg>
      <pc:sldChg chg="addSp modSp mod">
        <pc:chgData name="Keller Ronny (ROK)" userId="8cec358c-0466-4c97-876e-9174fbd2889a" providerId="ADAL" clId="{C23496D7-6E9C-4C27-A5C8-E25FD5A89880}" dt="2025-01-07T14:25:20.213" v="2375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C23496D7-6E9C-4C27-A5C8-E25FD5A89880}" dt="2025-01-07T10:00:50.139" v="298" actId="20577"/>
        <pc:sldMkLst>
          <pc:docMk/>
          <pc:sldMk cId="2681186625" sldId="2146848323"/>
        </pc:sldMkLst>
      </pc:sldChg>
      <pc:sldChg chg="addSp modSp mod">
        <pc:chgData name="Keller Ronny (ROK)" userId="8cec358c-0466-4c97-876e-9174fbd2889a" providerId="ADAL" clId="{C23496D7-6E9C-4C27-A5C8-E25FD5A89880}" dt="2025-01-07T14:30:00.579" v="2576" actId="20577"/>
        <pc:sldMkLst>
          <pc:docMk/>
          <pc:sldMk cId="1160159566" sldId="2146848331"/>
        </pc:sldMkLst>
      </pc:sldChg>
      <pc:sldChg chg="addSp modSp mod modNotesTx">
        <pc:chgData name="Keller Ronny (ROK)" userId="8cec358c-0466-4c97-876e-9174fbd2889a" providerId="ADAL" clId="{C23496D7-6E9C-4C27-A5C8-E25FD5A89880}" dt="2025-01-07T12:43:22.650" v="1484" actId="1076"/>
        <pc:sldMkLst>
          <pc:docMk/>
          <pc:sldMk cId="1860718069" sldId="2146848333"/>
        </pc:sldMkLst>
      </pc:sldChg>
      <pc:sldChg chg="addSp modSp mod">
        <pc:chgData name="Keller Ronny (ROK)" userId="8cec358c-0466-4c97-876e-9174fbd2889a" providerId="ADAL" clId="{C23496D7-6E9C-4C27-A5C8-E25FD5A89880}" dt="2025-01-07T10:59:08.341" v="545" actId="20577"/>
        <pc:sldMkLst>
          <pc:docMk/>
          <pc:sldMk cId="909886868" sldId="2146848334"/>
        </pc:sldMkLst>
      </pc:sldChg>
      <pc:sldChg chg="modNotesTx">
        <pc:chgData name="Keller Ronny (ROK)" userId="8cec358c-0466-4c97-876e-9174fbd2889a" providerId="ADAL" clId="{C23496D7-6E9C-4C27-A5C8-E25FD5A89880}" dt="2025-01-07T09:58:05.713" v="283" actId="20577"/>
        <pc:sldMkLst>
          <pc:docMk/>
          <pc:sldMk cId="1276677174" sldId="2146848345"/>
        </pc:sldMkLst>
      </pc:sldChg>
      <pc:sldChg chg="addSp modSp mod modNotesTx">
        <pc:chgData name="Keller Ronny (ROK)" userId="8cec358c-0466-4c97-876e-9174fbd2889a" providerId="ADAL" clId="{C23496D7-6E9C-4C27-A5C8-E25FD5A89880}" dt="2025-01-07T14:30:51.381" v="2704" actId="20577"/>
        <pc:sldMkLst>
          <pc:docMk/>
          <pc:sldMk cId="4055113284" sldId="2146848346"/>
        </pc:sldMkLst>
      </pc:sldChg>
      <pc:sldChg chg="addSp modSp mod modNotesTx">
        <pc:chgData name="Keller Ronny (ROK)" userId="8cec358c-0466-4c97-876e-9174fbd2889a" providerId="ADAL" clId="{C23496D7-6E9C-4C27-A5C8-E25FD5A89880}" dt="2025-01-07T14:18:34.107" v="2034" actId="20577"/>
        <pc:sldMkLst>
          <pc:docMk/>
          <pc:sldMk cId="3906641147" sldId="2146848351"/>
        </pc:sldMkLst>
      </pc:sldChg>
      <pc:sldChg chg="addSp modSp mod">
        <pc:chgData name="Keller Ronny (ROK)" userId="8cec358c-0466-4c97-876e-9174fbd2889a" providerId="ADAL" clId="{C23496D7-6E9C-4C27-A5C8-E25FD5A89880}" dt="2025-01-07T14:23:38.885" v="2324" actId="20577"/>
        <pc:sldMkLst>
          <pc:docMk/>
          <pc:sldMk cId="545564259" sldId="2146848370"/>
        </pc:sldMkLst>
      </pc:sldChg>
      <pc:sldChg chg="addSp modSp mod">
        <pc:chgData name="Keller Ronny (ROK)" userId="8cec358c-0466-4c97-876e-9174fbd2889a" providerId="ADAL" clId="{C23496D7-6E9C-4C27-A5C8-E25FD5A89880}" dt="2025-01-07T12:43:43.657" v="1492" actId="20577"/>
        <pc:sldMkLst>
          <pc:docMk/>
          <pc:sldMk cId="3620313793" sldId="2146848372"/>
        </pc:sldMkLst>
      </pc:sldChg>
      <pc:sldChg chg="addSp modSp mod modNotesTx">
        <pc:chgData name="Keller Ronny (ROK)" userId="8cec358c-0466-4c97-876e-9174fbd2889a" providerId="ADAL" clId="{C23496D7-6E9C-4C27-A5C8-E25FD5A89880}" dt="2025-01-07T12:28:48.901" v="1463" actId="20577"/>
        <pc:sldMkLst>
          <pc:docMk/>
          <pc:sldMk cId="3875038069" sldId="2146848373"/>
        </pc:sldMkLst>
      </pc:sldChg>
      <pc:sldChg chg="addSp modSp mod modNotesTx">
        <pc:chgData name="Keller Ronny (ROK)" userId="8cec358c-0466-4c97-876e-9174fbd2889a" providerId="ADAL" clId="{C23496D7-6E9C-4C27-A5C8-E25FD5A89880}" dt="2025-01-07T14:30:23.740" v="2597" actId="20577"/>
        <pc:sldMkLst>
          <pc:docMk/>
          <pc:sldMk cId="2112849513" sldId="2146848375"/>
        </pc:sldMkLst>
      </pc:sldChg>
      <pc:sldChg chg="addSp modSp mod">
        <pc:chgData name="Keller Ronny (ROK)" userId="8cec358c-0466-4c97-876e-9174fbd2889a" providerId="ADAL" clId="{C23496D7-6E9C-4C27-A5C8-E25FD5A89880}" dt="2025-01-07T14:30:13.659" v="2587" actId="20577"/>
        <pc:sldMkLst>
          <pc:docMk/>
          <pc:sldMk cId="3323829139" sldId="2146848376"/>
        </pc:sldMkLst>
      </pc:sldChg>
      <pc:sldChg chg="modSp del mod">
        <pc:chgData name="Keller Ronny (ROK)" userId="8cec358c-0466-4c97-876e-9174fbd2889a" providerId="ADAL" clId="{C23496D7-6E9C-4C27-A5C8-E25FD5A89880}" dt="2025-01-13T10:24:51.098" v="3096" actId="47"/>
        <pc:sldMkLst>
          <pc:docMk/>
          <pc:sldMk cId="1585436625" sldId="2146848377"/>
        </pc:sldMkLst>
      </pc:sldChg>
      <pc:sldChg chg="addSp modSp mod">
        <pc:chgData name="Keller Ronny (ROK)" userId="8cec358c-0466-4c97-876e-9174fbd2889a" providerId="ADAL" clId="{C23496D7-6E9C-4C27-A5C8-E25FD5A89880}" dt="2025-01-07T12:27:44.653" v="1439" actId="20577"/>
        <pc:sldMkLst>
          <pc:docMk/>
          <pc:sldMk cId="3150528801" sldId="2146848378"/>
        </pc:sldMkLst>
      </pc:sldChg>
      <pc:sldChg chg="del">
        <pc:chgData name="Keller Ronny (ROK)" userId="8cec358c-0466-4c97-876e-9174fbd2889a" providerId="ADAL" clId="{C23496D7-6E9C-4C27-A5C8-E25FD5A89880}" dt="2025-01-07T09:48:16.561" v="192" actId="47"/>
        <pc:sldMkLst>
          <pc:docMk/>
          <pc:sldMk cId="1967463903" sldId="2146848379"/>
        </pc:sldMkLst>
      </pc:sldChg>
      <pc:sldChg chg="del">
        <pc:chgData name="Keller Ronny (ROK)" userId="8cec358c-0466-4c97-876e-9174fbd2889a" providerId="ADAL" clId="{C23496D7-6E9C-4C27-A5C8-E25FD5A89880}" dt="2025-01-07T09:48:23.169" v="194" actId="47"/>
        <pc:sldMkLst>
          <pc:docMk/>
          <pc:sldMk cId="2953937042" sldId="2146848380"/>
        </pc:sldMkLst>
      </pc:sldChg>
      <pc:sldChg chg="addSp modSp add">
        <pc:chgData name="Keller Ronny (ROK)" userId="8cec358c-0466-4c97-876e-9174fbd2889a" providerId="ADAL" clId="{C23496D7-6E9C-4C27-A5C8-E25FD5A89880}" dt="2025-01-07T12:28:53.158" v="1464"/>
        <pc:sldMkLst>
          <pc:docMk/>
          <pc:sldMk cId="2189621675" sldId="2146848381"/>
        </pc:sldMkLst>
      </pc:sldChg>
      <pc:sldChg chg="addSp modSp add">
        <pc:chgData name="Keller Ronny (ROK)" userId="8cec358c-0466-4c97-876e-9174fbd2889a" providerId="ADAL" clId="{C23496D7-6E9C-4C27-A5C8-E25FD5A89880}" dt="2025-01-07T12:28:54.359" v="1465"/>
        <pc:sldMkLst>
          <pc:docMk/>
          <pc:sldMk cId="1139102681" sldId="2146848382"/>
        </pc:sldMkLst>
      </pc:sldChg>
      <pc:sldChg chg="add del">
        <pc:chgData name="Keller Ronny (ROK)" userId="8cec358c-0466-4c97-876e-9174fbd2889a" providerId="ADAL" clId="{C23496D7-6E9C-4C27-A5C8-E25FD5A89880}" dt="2025-01-07T13:41:24.775" v="1821" actId="47"/>
        <pc:sldMkLst>
          <pc:docMk/>
          <pc:sldMk cId="63793034" sldId="2146848383"/>
        </pc:sldMkLst>
      </pc:sldChg>
      <pc:sldChg chg="addSp modSp add mod modAnim modNotesTx">
        <pc:chgData name="Keller Ronny (ROK)" userId="8cec358c-0466-4c97-876e-9174fbd2889a" providerId="ADAL" clId="{C23496D7-6E9C-4C27-A5C8-E25FD5A89880}" dt="2025-01-07T14:29:18.100" v="2535" actId="20577"/>
        <pc:sldMkLst>
          <pc:docMk/>
          <pc:sldMk cId="3936242490" sldId="2146848384"/>
        </pc:sldMkLst>
      </pc:sldChg>
      <pc:sldChg chg="add del mod setBg modShow">
        <pc:chgData name="Keller Ronny (ROK)" userId="8cec358c-0466-4c97-876e-9174fbd2889a" providerId="ADAL" clId="{C23496D7-6E9C-4C27-A5C8-E25FD5A89880}" dt="2025-01-07T13:48:33.848" v="1847"/>
        <pc:sldMkLst>
          <pc:docMk/>
          <pc:sldMk cId="134979819" sldId="2146848385"/>
        </pc:sldMkLst>
      </pc:sldChg>
      <pc:sldChg chg="addSp modSp add mod">
        <pc:chgData name="Keller Ronny (ROK)" userId="8cec358c-0466-4c97-876e-9174fbd2889a" providerId="ADAL" clId="{C23496D7-6E9C-4C27-A5C8-E25FD5A89880}" dt="2025-01-13T11:47:59.619" v="3188" actId="20577"/>
        <pc:sldMkLst>
          <pc:docMk/>
          <pc:sldMk cId="872942702" sldId="2146848385"/>
        </pc:sldMkLst>
      </pc:sldChg>
      <pc:sldChg chg="addSp delSp modSp new del mod modClrScheme chgLayout">
        <pc:chgData name="Keller Ronny (ROK)" userId="8cec358c-0466-4c97-876e-9174fbd2889a" providerId="ADAL" clId="{C23496D7-6E9C-4C27-A5C8-E25FD5A89880}" dt="2025-01-13T11:42:45.926" v="3151" actId="2696"/>
        <pc:sldMkLst>
          <pc:docMk/>
          <pc:sldMk cId="3398155283" sldId="2146848385"/>
        </pc:sldMkLst>
      </pc:sldChg>
      <pc:sldChg chg="addSp modSp add">
        <pc:chgData name="Keller Ronny (ROK)" userId="8cec358c-0466-4c97-876e-9174fbd2889a" providerId="ADAL" clId="{C23496D7-6E9C-4C27-A5C8-E25FD5A89880}" dt="2025-01-13T11:48:18.035" v="3189"/>
        <pc:sldMkLst>
          <pc:docMk/>
          <pc:sldMk cId="3330082543" sldId="2146848386"/>
        </pc:sldMkLst>
      </pc:sldChg>
      <pc:sldChg chg="addSp modSp add">
        <pc:chgData name="Keller Ronny (ROK)" userId="8cec358c-0466-4c97-876e-9174fbd2889a" providerId="ADAL" clId="{C23496D7-6E9C-4C27-A5C8-E25FD5A89880}" dt="2025-01-13T11:48:25.786" v="3190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750DD926-54E5-4E3D-9F1B-447D35AC96F0}"/>
    <pc:docChg chg="undo custSel modSld">
      <pc:chgData name="Linder Vanessa (L5V)" userId="91dfc1f3-d66c-434d-9553-86c56895b2ee" providerId="ADAL" clId="{750DD926-54E5-4E3D-9F1B-447D35AC96F0}" dt="2025-02-04T10:04:14.806" v="187" actId="20577"/>
      <pc:docMkLst>
        <pc:docMk/>
      </pc:docMkLst>
      <pc:sldChg chg="delSp mod">
        <pc:chgData name="Linder Vanessa (L5V)" userId="91dfc1f3-d66c-434d-9553-86c56895b2ee" providerId="ADAL" clId="{750DD926-54E5-4E3D-9F1B-447D35AC96F0}" dt="2025-01-21T12:58:41.208" v="102" actId="478"/>
        <pc:sldMkLst>
          <pc:docMk/>
          <pc:sldMk cId="3829557493" sldId="257"/>
        </pc:sldMkLst>
      </pc:sldChg>
      <pc:sldChg chg="delSp mod">
        <pc:chgData name="Linder Vanessa (L5V)" userId="91dfc1f3-d66c-434d-9553-86c56895b2ee" providerId="ADAL" clId="{750DD926-54E5-4E3D-9F1B-447D35AC96F0}" dt="2025-01-21T12:51:27.242" v="22" actId="478"/>
        <pc:sldMkLst>
          <pc:docMk/>
          <pc:sldMk cId="2664963460" sldId="262"/>
        </pc:sldMkLst>
      </pc:sldChg>
      <pc:sldChg chg="delSp mod">
        <pc:chgData name="Linder Vanessa (L5V)" userId="91dfc1f3-d66c-434d-9553-86c56895b2ee" providerId="ADAL" clId="{750DD926-54E5-4E3D-9F1B-447D35AC96F0}" dt="2025-01-21T12:51:33.704" v="25" actId="478"/>
        <pc:sldMkLst>
          <pc:docMk/>
          <pc:sldMk cId="3823063115" sldId="264"/>
        </pc:sldMkLst>
      </pc:sldChg>
      <pc:sldChg chg="delSp mod">
        <pc:chgData name="Linder Vanessa (L5V)" userId="91dfc1f3-d66c-434d-9553-86c56895b2ee" providerId="ADAL" clId="{750DD926-54E5-4E3D-9F1B-447D35AC96F0}" dt="2025-01-21T12:51:36.361" v="26" actId="478"/>
        <pc:sldMkLst>
          <pc:docMk/>
          <pc:sldMk cId="2313356286" sldId="265"/>
        </pc:sldMkLst>
      </pc:sldChg>
      <pc:sldChg chg="addSp delSp modSp mod">
        <pc:chgData name="Linder Vanessa (L5V)" userId="91dfc1f3-d66c-434d-9553-86c56895b2ee" providerId="ADAL" clId="{750DD926-54E5-4E3D-9F1B-447D35AC96F0}" dt="2025-01-20T09:29:34.282" v="10" actId="948"/>
        <pc:sldMkLst>
          <pc:docMk/>
          <pc:sldMk cId="1123898257" sldId="268"/>
        </pc:sldMkLst>
      </pc:sldChg>
      <pc:sldChg chg="delSp mod">
        <pc:chgData name="Linder Vanessa (L5V)" userId="91dfc1f3-d66c-434d-9553-86c56895b2ee" providerId="ADAL" clId="{750DD926-54E5-4E3D-9F1B-447D35AC96F0}" dt="2025-01-21T12:52:54.188" v="40" actId="478"/>
        <pc:sldMkLst>
          <pc:docMk/>
          <pc:sldMk cId="1535237478" sldId="326"/>
        </pc:sldMkLst>
      </pc:sldChg>
      <pc:sldChg chg="delSp mod">
        <pc:chgData name="Linder Vanessa (L5V)" userId="91dfc1f3-d66c-434d-9553-86c56895b2ee" providerId="ADAL" clId="{750DD926-54E5-4E3D-9F1B-447D35AC96F0}" dt="2025-01-21T12:52:49.239" v="38" actId="478"/>
        <pc:sldMkLst>
          <pc:docMk/>
          <pc:sldMk cId="1358968621" sldId="336"/>
        </pc:sldMkLst>
      </pc:sldChg>
      <pc:sldChg chg="delSp mod">
        <pc:chgData name="Linder Vanessa (L5V)" userId="91dfc1f3-d66c-434d-9553-86c56895b2ee" providerId="ADAL" clId="{750DD926-54E5-4E3D-9F1B-447D35AC96F0}" dt="2025-01-21T12:56:44.275" v="84" actId="478"/>
        <pc:sldMkLst>
          <pc:docMk/>
          <pc:sldMk cId="1126847237" sldId="345"/>
        </pc:sldMkLst>
      </pc:sldChg>
      <pc:sldChg chg="delSp mod">
        <pc:chgData name="Linder Vanessa (L5V)" userId="91dfc1f3-d66c-434d-9553-86c56895b2ee" providerId="ADAL" clId="{750DD926-54E5-4E3D-9F1B-447D35AC96F0}" dt="2025-01-21T12:59:07.962" v="109" actId="478"/>
        <pc:sldMkLst>
          <pc:docMk/>
          <pc:sldMk cId="1454607499" sldId="346"/>
        </pc:sldMkLst>
      </pc:sldChg>
      <pc:sldChg chg="delSp mod">
        <pc:chgData name="Linder Vanessa (L5V)" userId="91dfc1f3-d66c-434d-9553-86c56895b2ee" providerId="ADAL" clId="{750DD926-54E5-4E3D-9F1B-447D35AC96F0}" dt="2025-01-21T12:57:46.555" v="89" actId="478"/>
        <pc:sldMkLst>
          <pc:docMk/>
          <pc:sldMk cId="331528287" sldId="352"/>
        </pc:sldMkLst>
      </pc:sldChg>
      <pc:sldChg chg="delSp mod">
        <pc:chgData name="Linder Vanessa (L5V)" userId="91dfc1f3-d66c-434d-9553-86c56895b2ee" providerId="ADAL" clId="{750DD926-54E5-4E3D-9F1B-447D35AC96F0}" dt="2025-01-21T12:53:12.957" v="46" actId="478"/>
        <pc:sldMkLst>
          <pc:docMk/>
          <pc:sldMk cId="2595453034" sldId="397"/>
        </pc:sldMkLst>
      </pc:sldChg>
      <pc:sldChg chg="delSp mod">
        <pc:chgData name="Linder Vanessa (L5V)" userId="91dfc1f3-d66c-434d-9553-86c56895b2ee" providerId="ADAL" clId="{750DD926-54E5-4E3D-9F1B-447D35AC96F0}" dt="2025-01-21T12:58:29.644" v="99" actId="478"/>
        <pc:sldMkLst>
          <pc:docMk/>
          <pc:sldMk cId="3158016105" sldId="449"/>
        </pc:sldMkLst>
      </pc:sldChg>
      <pc:sldChg chg="delSp mod">
        <pc:chgData name="Linder Vanessa (L5V)" userId="91dfc1f3-d66c-434d-9553-86c56895b2ee" providerId="ADAL" clId="{750DD926-54E5-4E3D-9F1B-447D35AC96F0}" dt="2025-01-21T12:59:10.683" v="110" actId="478"/>
        <pc:sldMkLst>
          <pc:docMk/>
          <pc:sldMk cId="43858700" sldId="450"/>
        </pc:sldMkLst>
      </pc:sldChg>
      <pc:sldChg chg="delSp mod">
        <pc:chgData name="Linder Vanessa (L5V)" userId="91dfc1f3-d66c-434d-9553-86c56895b2ee" providerId="ADAL" clId="{750DD926-54E5-4E3D-9F1B-447D35AC96F0}" dt="2025-01-21T12:55:07.281" v="66" actId="478"/>
        <pc:sldMkLst>
          <pc:docMk/>
          <pc:sldMk cId="1694259446" sldId="1057"/>
        </pc:sldMkLst>
      </pc:sldChg>
      <pc:sldChg chg="delSp mod">
        <pc:chgData name="Linder Vanessa (L5V)" userId="91dfc1f3-d66c-434d-9553-86c56895b2ee" providerId="ADAL" clId="{750DD926-54E5-4E3D-9F1B-447D35AC96F0}" dt="2025-01-21T12:55:49.086" v="74" actId="478"/>
        <pc:sldMkLst>
          <pc:docMk/>
          <pc:sldMk cId="924578515" sldId="4555"/>
        </pc:sldMkLst>
      </pc:sldChg>
      <pc:sldChg chg="delSp mod">
        <pc:chgData name="Linder Vanessa (L5V)" userId="91dfc1f3-d66c-434d-9553-86c56895b2ee" providerId="ADAL" clId="{750DD926-54E5-4E3D-9F1B-447D35AC96F0}" dt="2025-01-21T12:55:33.020" v="71" actId="478"/>
        <pc:sldMkLst>
          <pc:docMk/>
          <pc:sldMk cId="4101066509" sldId="4998"/>
        </pc:sldMkLst>
      </pc:sldChg>
      <pc:sldChg chg="delSp mod">
        <pc:chgData name="Linder Vanessa (L5V)" userId="91dfc1f3-d66c-434d-9553-86c56895b2ee" providerId="ADAL" clId="{750DD926-54E5-4E3D-9F1B-447D35AC96F0}" dt="2025-01-21T12:51:51.503" v="31" actId="478"/>
        <pc:sldMkLst>
          <pc:docMk/>
          <pc:sldMk cId="3145260496" sldId="5280"/>
        </pc:sldMkLst>
      </pc:sldChg>
      <pc:sldChg chg="addSp delSp modSp mod addAnim delAnim modAnim">
        <pc:chgData name="Linder Vanessa (L5V)" userId="91dfc1f3-d66c-434d-9553-86c56895b2ee" providerId="ADAL" clId="{750DD926-54E5-4E3D-9F1B-447D35AC96F0}" dt="2025-01-21T12:57:22.125" v="88" actId="478"/>
        <pc:sldMkLst>
          <pc:docMk/>
          <pc:sldMk cId="2972110708" sldId="5311"/>
        </pc:sldMkLst>
      </pc:sldChg>
      <pc:sldChg chg="delSp mod">
        <pc:chgData name="Linder Vanessa (L5V)" userId="91dfc1f3-d66c-434d-9553-86c56895b2ee" providerId="ADAL" clId="{750DD926-54E5-4E3D-9F1B-447D35AC96F0}" dt="2025-01-21T12:58:20.957" v="97" actId="478"/>
        <pc:sldMkLst>
          <pc:docMk/>
          <pc:sldMk cId="1202398455" sldId="5341"/>
        </pc:sldMkLst>
      </pc:sldChg>
      <pc:sldChg chg="delSp mod">
        <pc:chgData name="Linder Vanessa (L5V)" userId="91dfc1f3-d66c-434d-9553-86c56895b2ee" providerId="ADAL" clId="{750DD926-54E5-4E3D-9F1B-447D35AC96F0}" dt="2025-01-21T12:58:26.002" v="98" actId="478"/>
        <pc:sldMkLst>
          <pc:docMk/>
          <pc:sldMk cId="1686827552" sldId="5349"/>
        </pc:sldMkLst>
      </pc:sldChg>
      <pc:sldChg chg="delSp mod">
        <pc:chgData name="Linder Vanessa (L5V)" userId="91dfc1f3-d66c-434d-9553-86c56895b2ee" providerId="ADAL" clId="{750DD926-54E5-4E3D-9F1B-447D35AC96F0}" dt="2025-01-21T12:58:07.547" v="93" actId="478"/>
        <pc:sldMkLst>
          <pc:docMk/>
          <pc:sldMk cId="4084741883" sldId="5357"/>
        </pc:sldMkLst>
      </pc:sldChg>
      <pc:sldChg chg="delSp mod">
        <pc:chgData name="Linder Vanessa (L5V)" userId="91dfc1f3-d66c-434d-9553-86c56895b2ee" providerId="ADAL" clId="{750DD926-54E5-4E3D-9F1B-447D35AC96F0}" dt="2025-01-21T12:59:14.623" v="111" actId="478"/>
        <pc:sldMkLst>
          <pc:docMk/>
          <pc:sldMk cId="3974329777" sldId="5393"/>
        </pc:sldMkLst>
      </pc:sldChg>
      <pc:sldChg chg="delSp mod">
        <pc:chgData name="Linder Vanessa (L5V)" userId="91dfc1f3-d66c-434d-9553-86c56895b2ee" providerId="ADAL" clId="{750DD926-54E5-4E3D-9F1B-447D35AC96F0}" dt="2025-01-21T12:59:37.482" v="115" actId="478"/>
        <pc:sldMkLst>
          <pc:docMk/>
          <pc:sldMk cId="781821443" sldId="5405"/>
        </pc:sldMkLst>
      </pc:sldChg>
      <pc:sldChg chg="delSp mod">
        <pc:chgData name="Linder Vanessa (L5V)" userId="91dfc1f3-d66c-434d-9553-86c56895b2ee" providerId="ADAL" clId="{750DD926-54E5-4E3D-9F1B-447D35AC96F0}" dt="2025-01-21T12:51:54.787" v="32" actId="478"/>
        <pc:sldMkLst>
          <pc:docMk/>
          <pc:sldMk cId="4025143471" sldId="6004"/>
        </pc:sldMkLst>
      </pc:sldChg>
      <pc:sldChg chg="delSp mod">
        <pc:chgData name="Linder Vanessa (L5V)" userId="91dfc1f3-d66c-434d-9553-86c56895b2ee" providerId="ADAL" clId="{750DD926-54E5-4E3D-9F1B-447D35AC96F0}" dt="2025-01-21T12:52:46.853" v="37" actId="478"/>
        <pc:sldMkLst>
          <pc:docMk/>
          <pc:sldMk cId="2409465159" sldId="6012"/>
        </pc:sldMkLst>
      </pc:sldChg>
      <pc:sldChg chg="delSp mod">
        <pc:chgData name="Linder Vanessa (L5V)" userId="91dfc1f3-d66c-434d-9553-86c56895b2ee" providerId="ADAL" clId="{750DD926-54E5-4E3D-9F1B-447D35AC96F0}" dt="2025-01-21T12:52:51.803" v="39" actId="478"/>
        <pc:sldMkLst>
          <pc:docMk/>
          <pc:sldMk cId="2964811200" sldId="6014"/>
        </pc:sldMkLst>
      </pc:sldChg>
      <pc:sldChg chg="delSp mod">
        <pc:chgData name="Linder Vanessa (L5V)" userId="91dfc1f3-d66c-434d-9553-86c56895b2ee" providerId="ADAL" clId="{750DD926-54E5-4E3D-9F1B-447D35AC96F0}" dt="2025-01-21T12:52:57.024" v="41" actId="478"/>
        <pc:sldMkLst>
          <pc:docMk/>
          <pc:sldMk cId="2904701780" sldId="6016"/>
        </pc:sldMkLst>
      </pc:sldChg>
      <pc:sldChg chg="delSp mod">
        <pc:chgData name="Linder Vanessa (L5V)" userId="91dfc1f3-d66c-434d-9553-86c56895b2ee" providerId="ADAL" clId="{750DD926-54E5-4E3D-9F1B-447D35AC96F0}" dt="2025-01-21T12:55:16.794" v="68" actId="478"/>
        <pc:sldMkLst>
          <pc:docMk/>
          <pc:sldMk cId="4023648413" sldId="6037"/>
        </pc:sldMkLst>
      </pc:sldChg>
      <pc:sldChg chg="delSp mod">
        <pc:chgData name="Linder Vanessa (L5V)" userId="91dfc1f3-d66c-434d-9553-86c56895b2ee" providerId="ADAL" clId="{750DD926-54E5-4E3D-9F1B-447D35AC96F0}" dt="2025-01-21T12:55:12.631" v="67" actId="478"/>
        <pc:sldMkLst>
          <pc:docMk/>
          <pc:sldMk cId="2076226604" sldId="6038"/>
        </pc:sldMkLst>
      </pc:sldChg>
      <pc:sldChg chg="delSp mod">
        <pc:chgData name="Linder Vanessa (L5V)" userId="91dfc1f3-d66c-434d-9553-86c56895b2ee" providerId="ADAL" clId="{750DD926-54E5-4E3D-9F1B-447D35AC96F0}" dt="2025-01-21T12:55:37.812" v="72" actId="478"/>
        <pc:sldMkLst>
          <pc:docMk/>
          <pc:sldMk cId="1791554890" sldId="6043"/>
        </pc:sldMkLst>
      </pc:sldChg>
      <pc:sldChg chg="delSp mod">
        <pc:chgData name="Linder Vanessa (L5V)" userId="91dfc1f3-d66c-434d-9553-86c56895b2ee" providerId="ADAL" clId="{750DD926-54E5-4E3D-9F1B-447D35AC96F0}" dt="2025-01-21T12:55:53.786" v="75" actId="478"/>
        <pc:sldMkLst>
          <pc:docMk/>
          <pc:sldMk cId="1403583337" sldId="6049"/>
        </pc:sldMkLst>
      </pc:sldChg>
      <pc:sldChg chg="delSp mod">
        <pc:chgData name="Linder Vanessa (L5V)" userId="91dfc1f3-d66c-434d-9553-86c56895b2ee" providerId="ADAL" clId="{750DD926-54E5-4E3D-9F1B-447D35AC96F0}" dt="2025-01-21T12:57:49.232" v="90" actId="478"/>
        <pc:sldMkLst>
          <pc:docMk/>
          <pc:sldMk cId="3325821228" sldId="6065"/>
        </pc:sldMkLst>
      </pc:sldChg>
      <pc:sldChg chg="delSp mod">
        <pc:chgData name="Linder Vanessa (L5V)" userId="91dfc1f3-d66c-434d-9553-86c56895b2ee" providerId="ADAL" clId="{750DD926-54E5-4E3D-9F1B-447D35AC96F0}" dt="2025-01-21T12:58:44.357" v="103" actId="478"/>
        <pc:sldMkLst>
          <pc:docMk/>
          <pc:sldMk cId="2667540193" sldId="6082"/>
        </pc:sldMkLst>
      </pc:sldChg>
      <pc:sldChg chg="delSp mod">
        <pc:chgData name="Linder Vanessa (L5V)" userId="91dfc1f3-d66c-434d-9553-86c56895b2ee" providerId="ADAL" clId="{750DD926-54E5-4E3D-9F1B-447D35AC96F0}" dt="2025-01-21T12:58:58.019" v="107" actId="478"/>
        <pc:sldMkLst>
          <pc:docMk/>
          <pc:sldMk cId="612857534" sldId="6089"/>
        </pc:sldMkLst>
      </pc:sldChg>
      <pc:sldChg chg="delSp mod">
        <pc:chgData name="Linder Vanessa (L5V)" userId="91dfc1f3-d66c-434d-9553-86c56895b2ee" providerId="ADAL" clId="{750DD926-54E5-4E3D-9F1B-447D35AC96F0}" dt="2025-01-21T12:59:17.230" v="112" actId="478"/>
        <pc:sldMkLst>
          <pc:docMk/>
          <pc:sldMk cId="1936920143" sldId="6095"/>
        </pc:sldMkLst>
      </pc:sldChg>
      <pc:sldChg chg="delSp mod">
        <pc:chgData name="Linder Vanessa (L5V)" userId="91dfc1f3-d66c-434d-9553-86c56895b2ee" providerId="ADAL" clId="{750DD926-54E5-4E3D-9F1B-447D35AC96F0}" dt="2025-01-21T12:57:57.107" v="91" actId="478"/>
        <pc:sldMkLst>
          <pc:docMk/>
          <pc:sldMk cId="1588290532" sldId="6101"/>
        </pc:sldMkLst>
      </pc:sldChg>
      <pc:sldChg chg="delSp mod">
        <pc:chgData name="Linder Vanessa (L5V)" userId="91dfc1f3-d66c-434d-9553-86c56895b2ee" providerId="ADAL" clId="{750DD926-54E5-4E3D-9F1B-447D35AC96F0}" dt="2025-01-21T12:58:52.912" v="106" actId="478"/>
        <pc:sldMkLst>
          <pc:docMk/>
          <pc:sldMk cId="3065224746" sldId="6111"/>
        </pc:sldMkLst>
      </pc:sldChg>
      <pc:sldChg chg="delSp mod">
        <pc:chgData name="Linder Vanessa (L5V)" userId="91dfc1f3-d66c-434d-9553-86c56895b2ee" providerId="ADAL" clId="{750DD926-54E5-4E3D-9F1B-447D35AC96F0}" dt="2025-01-21T12:56:05.080" v="77" actId="478"/>
        <pc:sldMkLst>
          <pc:docMk/>
          <pc:sldMk cId="1872620403" sldId="6152"/>
        </pc:sldMkLst>
      </pc:sldChg>
      <pc:sldChg chg="delSp mod">
        <pc:chgData name="Linder Vanessa (L5V)" userId="91dfc1f3-d66c-434d-9553-86c56895b2ee" providerId="ADAL" clId="{750DD926-54E5-4E3D-9F1B-447D35AC96F0}" dt="2025-01-21T12:49:54.709" v="16" actId="478"/>
        <pc:sldMkLst>
          <pc:docMk/>
          <pc:sldMk cId="2399550400" sldId="6154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3:59.986" v="55" actId="1076"/>
        <pc:sldMkLst>
          <pc:docMk/>
          <pc:sldMk cId="3949794934" sldId="6161"/>
        </pc:sldMkLst>
      </pc:sldChg>
      <pc:sldChg chg="addSp delSp modSp mod delAnim modAnim">
        <pc:chgData name="Linder Vanessa (L5V)" userId="91dfc1f3-d66c-434d-9553-86c56895b2ee" providerId="ADAL" clId="{750DD926-54E5-4E3D-9F1B-447D35AC96F0}" dt="2025-01-21T12:54:31.847" v="63" actId="1076"/>
        <pc:sldMkLst>
          <pc:docMk/>
          <pc:sldMk cId="736813847" sldId="6162"/>
        </pc:sldMkLst>
      </pc:sldChg>
      <pc:sldChg chg="modSp mod">
        <pc:chgData name="Linder Vanessa (L5V)" userId="91dfc1f3-d66c-434d-9553-86c56895b2ee" providerId="ADAL" clId="{750DD926-54E5-4E3D-9F1B-447D35AC96F0}" dt="2025-01-21T12:54:35.561" v="64" actId="1076"/>
        <pc:sldMkLst>
          <pc:docMk/>
          <pc:sldMk cId="1688554353" sldId="6163"/>
        </pc:sldMkLst>
      </pc:sldChg>
      <pc:sldChg chg="delSp mod">
        <pc:chgData name="Linder Vanessa (L5V)" userId="91dfc1f3-d66c-434d-9553-86c56895b2ee" providerId="ADAL" clId="{750DD926-54E5-4E3D-9F1B-447D35AC96F0}" dt="2025-01-21T12:52:08.067" v="35" actId="478"/>
        <pc:sldMkLst>
          <pc:docMk/>
          <pc:sldMk cId="1084297140" sldId="2146848048"/>
        </pc:sldMkLst>
      </pc:sldChg>
      <pc:sldChg chg="delSp mod">
        <pc:chgData name="Linder Vanessa (L5V)" userId="91dfc1f3-d66c-434d-9553-86c56895b2ee" providerId="ADAL" clId="{750DD926-54E5-4E3D-9F1B-447D35AC96F0}" dt="2025-01-21T12:58:32.996" v="100" actId="478"/>
        <pc:sldMkLst>
          <pc:docMk/>
          <pc:sldMk cId="4255090719" sldId="2146848204"/>
        </pc:sldMkLst>
      </pc:sldChg>
      <pc:sldChg chg="modSp mod">
        <pc:chgData name="Linder Vanessa (L5V)" userId="91dfc1f3-d66c-434d-9553-86c56895b2ee" providerId="ADAL" clId="{750DD926-54E5-4E3D-9F1B-447D35AC96F0}" dt="2025-01-20T09:30:00.192" v="15" actId="20577"/>
        <pc:sldMkLst>
          <pc:docMk/>
          <pc:sldMk cId="3246385698" sldId="2146848207"/>
        </pc:sldMkLst>
      </pc:sldChg>
      <pc:sldChg chg="delSp mod">
        <pc:chgData name="Linder Vanessa (L5V)" userId="91dfc1f3-d66c-434d-9553-86c56895b2ee" providerId="ADAL" clId="{750DD926-54E5-4E3D-9F1B-447D35AC96F0}" dt="2025-01-21T12:53:00.444" v="42" actId="478"/>
        <pc:sldMkLst>
          <pc:docMk/>
          <pc:sldMk cId="4069769838" sldId="2146848224"/>
        </pc:sldMkLst>
      </pc:sldChg>
      <pc:sldChg chg="delSp mod">
        <pc:chgData name="Linder Vanessa (L5V)" userId="91dfc1f3-d66c-434d-9553-86c56895b2ee" providerId="ADAL" clId="{750DD926-54E5-4E3D-9F1B-447D35AC96F0}" dt="2025-01-21T12:51:30.868" v="24" actId="478"/>
        <pc:sldMkLst>
          <pc:docMk/>
          <pc:sldMk cId="2898509101" sldId="2146848240"/>
        </pc:sldMkLst>
      </pc:sldChg>
      <pc:sldChg chg="delSp mod">
        <pc:chgData name="Linder Vanessa (L5V)" userId="91dfc1f3-d66c-434d-9553-86c56895b2ee" providerId="ADAL" clId="{750DD926-54E5-4E3D-9F1B-447D35AC96F0}" dt="2025-01-21T12:59:28.058" v="114" actId="478"/>
        <pc:sldMkLst>
          <pc:docMk/>
          <pc:sldMk cId="505765358" sldId="2146848244"/>
        </pc:sldMkLst>
      </pc:sldChg>
      <pc:sldChg chg="delSp mod">
        <pc:chgData name="Linder Vanessa (L5V)" userId="91dfc1f3-d66c-434d-9553-86c56895b2ee" providerId="ADAL" clId="{750DD926-54E5-4E3D-9F1B-447D35AC96F0}" dt="2025-01-21T12:56:17.276" v="79" actId="478"/>
        <pc:sldMkLst>
          <pc:docMk/>
          <pc:sldMk cId="2502629860" sldId="2146848265"/>
        </pc:sldMkLst>
      </pc:sldChg>
      <pc:sldChg chg="delSp mod">
        <pc:chgData name="Linder Vanessa (L5V)" userId="91dfc1f3-d66c-434d-9553-86c56895b2ee" providerId="ADAL" clId="{750DD926-54E5-4E3D-9F1B-447D35AC96F0}" dt="2025-01-21T12:56:08.839" v="78" actId="478"/>
        <pc:sldMkLst>
          <pc:docMk/>
          <pc:sldMk cId="3392937672" sldId="2146848266"/>
        </pc:sldMkLst>
      </pc:sldChg>
      <pc:sldChg chg="delSp mod">
        <pc:chgData name="Linder Vanessa (L5V)" userId="91dfc1f3-d66c-434d-9553-86c56895b2ee" providerId="ADAL" clId="{750DD926-54E5-4E3D-9F1B-447D35AC96F0}" dt="2025-01-21T12:54:58.795" v="65" actId="478"/>
        <pc:sldMkLst>
          <pc:docMk/>
          <pc:sldMk cId="1305228491" sldId="2146848267"/>
        </pc:sldMkLst>
      </pc:sldChg>
      <pc:sldChg chg="delSp mod">
        <pc:chgData name="Linder Vanessa (L5V)" userId="91dfc1f3-d66c-434d-9553-86c56895b2ee" providerId="ADAL" clId="{750DD926-54E5-4E3D-9F1B-447D35AC96F0}" dt="2025-01-21T12:58:00.163" v="92" actId="478"/>
        <pc:sldMkLst>
          <pc:docMk/>
          <pc:sldMk cId="2338030500" sldId="2146848268"/>
        </pc:sldMkLst>
      </pc:sldChg>
      <pc:sldChg chg="delSp mod">
        <pc:chgData name="Linder Vanessa (L5V)" userId="91dfc1f3-d66c-434d-9553-86c56895b2ee" providerId="ADAL" clId="{750DD926-54E5-4E3D-9F1B-447D35AC96F0}" dt="2025-01-21T12:52:10.269" v="36" actId="478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750DD926-54E5-4E3D-9F1B-447D35AC96F0}" dt="2025-01-21T12:55:24.984" v="70" actId="478"/>
        <pc:sldMkLst>
          <pc:docMk/>
          <pc:sldMk cId="580933920" sldId="2146848270"/>
        </pc:sldMkLst>
      </pc:sldChg>
      <pc:sldChg chg="delSp mod">
        <pc:chgData name="Linder Vanessa (L5V)" userId="91dfc1f3-d66c-434d-9553-86c56895b2ee" providerId="ADAL" clId="{750DD926-54E5-4E3D-9F1B-447D35AC96F0}" dt="2025-01-21T12:53:15.675" v="47" actId="478"/>
        <pc:sldMkLst>
          <pc:docMk/>
          <pc:sldMk cId="1045808870" sldId="2146848283"/>
        </pc:sldMkLst>
      </pc:sldChg>
      <pc:sldChg chg="addSp delSp modSp mod delAnim modAnim chgLayout">
        <pc:chgData name="Linder Vanessa (L5V)" userId="91dfc1f3-d66c-434d-9553-86c56895b2ee" providerId="ADAL" clId="{750DD926-54E5-4E3D-9F1B-447D35AC96F0}" dt="2025-01-21T12:51:02.458" v="21"/>
        <pc:sldMkLst>
          <pc:docMk/>
          <pc:sldMk cId="2676493501" sldId="2146848285"/>
        </pc:sldMkLst>
      </pc:sldChg>
      <pc:sldChg chg="delSp modSp mod">
        <pc:chgData name="Linder Vanessa (L5V)" userId="91dfc1f3-d66c-434d-9553-86c56895b2ee" providerId="ADAL" clId="{750DD926-54E5-4E3D-9F1B-447D35AC96F0}" dt="2025-02-04T10:03:11.336" v="130" actId="20577"/>
        <pc:sldMkLst>
          <pc:docMk/>
          <pc:sldMk cId="980847365" sldId="2146848286"/>
        </pc:sldMkLst>
      </pc:sldChg>
      <pc:sldChg chg="modSp mod">
        <pc:chgData name="Linder Vanessa (L5V)" userId="91dfc1f3-d66c-434d-9553-86c56895b2ee" providerId="ADAL" clId="{750DD926-54E5-4E3D-9F1B-447D35AC96F0}" dt="2025-02-04T10:04:01.780" v="168" actId="20577"/>
        <pc:sldMkLst>
          <pc:docMk/>
          <pc:sldMk cId="2747157013" sldId="2146848287"/>
        </pc:sldMkLst>
      </pc:sldChg>
      <pc:sldChg chg="delSp mod">
        <pc:chgData name="Linder Vanessa (L5V)" userId="91dfc1f3-d66c-434d-9553-86c56895b2ee" providerId="ADAL" clId="{750DD926-54E5-4E3D-9F1B-447D35AC96F0}" dt="2025-01-21T12:52:01.222" v="33" actId="478"/>
        <pc:sldMkLst>
          <pc:docMk/>
          <pc:sldMk cId="3727720275" sldId="2146848291"/>
        </pc:sldMkLst>
      </pc:sldChg>
      <pc:sldChg chg="delSp mod">
        <pc:chgData name="Linder Vanessa (L5V)" userId="91dfc1f3-d66c-434d-9553-86c56895b2ee" providerId="ADAL" clId="{750DD926-54E5-4E3D-9F1B-447D35AC96F0}" dt="2025-01-21T12:52:03.630" v="34" actId="478"/>
        <pc:sldMkLst>
          <pc:docMk/>
          <pc:sldMk cId="190164413" sldId="2146848292"/>
        </pc:sldMkLst>
      </pc:sldChg>
      <pc:sldChg chg="delSp mod">
        <pc:chgData name="Linder Vanessa (L5V)" userId="91dfc1f3-d66c-434d-9553-86c56895b2ee" providerId="ADAL" clId="{750DD926-54E5-4E3D-9F1B-447D35AC96F0}" dt="2025-01-21T12:53:04.470" v="43" actId="478"/>
        <pc:sldMkLst>
          <pc:docMk/>
          <pc:sldMk cId="1733383640" sldId="2146848295"/>
        </pc:sldMkLst>
      </pc:sldChg>
      <pc:sldChg chg="delSp mod">
        <pc:chgData name="Linder Vanessa (L5V)" userId="91dfc1f3-d66c-434d-9553-86c56895b2ee" providerId="ADAL" clId="{750DD926-54E5-4E3D-9F1B-447D35AC96F0}" dt="2025-01-21T12:53:07.552" v="44" actId="478"/>
        <pc:sldMkLst>
          <pc:docMk/>
          <pc:sldMk cId="1667274029" sldId="2146848296"/>
        </pc:sldMkLst>
      </pc:sldChg>
      <pc:sldChg chg="delSp mod">
        <pc:chgData name="Linder Vanessa (L5V)" userId="91dfc1f3-d66c-434d-9553-86c56895b2ee" providerId="ADAL" clId="{750DD926-54E5-4E3D-9F1B-447D35AC96F0}" dt="2025-01-21T12:53:09.555" v="45" actId="478"/>
        <pc:sldMkLst>
          <pc:docMk/>
          <pc:sldMk cId="2484373030" sldId="2146848297"/>
        </pc:sldMkLst>
      </pc:sldChg>
      <pc:sldChg chg="delSp mod">
        <pc:chgData name="Linder Vanessa (L5V)" userId="91dfc1f3-d66c-434d-9553-86c56895b2ee" providerId="ADAL" clId="{750DD926-54E5-4E3D-9F1B-447D35AC96F0}" dt="2025-01-21T12:56:27.537" v="80" actId="478"/>
        <pc:sldMkLst>
          <pc:docMk/>
          <pc:sldMk cId="2896239797" sldId="2146848311"/>
        </pc:sldMkLst>
      </pc:sldChg>
      <pc:sldChg chg="delSp mod">
        <pc:chgData name="Linder Vanessa (L5V)" userId="91dfc1f3-d66c-434d-9553-86c56895b2ee" providerId="ADAL" clId="{750DD926-54E5-4E3D-9F1B-447D35AC96F0}" dt="2025-01-21T12:58:11.671" v="94" actId="478"/>
        <pc:sldMkLst>
          <pc:docMk/>
          <pc:sldMk cId="1955904328" sldId="2146848313"/>
        </pc:sldMkLst>
      </pc:sldChg>
      <pc:sldChg chg="delSp mod">
        <pc:chgData name="Linder Vanessa (L5V)" userId="91dfc1f3-d66c-434d-9553-86c56895b2ee" providerId="ADAL" clId="{750DD926-54E5-4E3D-9F1B-447D35AC96F0}" dt="2025-01-21T12:58:47.351" v="104" actId="478"/>
        <pc:sldMkLst>
          <pc:docMk/>
          <pc:sldMk cId="3300777883" sldId="2146848321"/>
        </pc:sldMkLst>
      </pc:sldChg>
      <pc:sldChg chg="delSp mod">
        <pc:chgData name="Linder Vanessa (L5V)" userId="91dfc1f3-d66c-434d-9553-86c56895b2ee" providerId="ADAL" clId="{750DD926-54E5-4E3D-9F1B-447D35AC96F0}" dt="2025-01-21T12:59:40.069" v="116" actId="478"/>
        <pc:sldMkLst>
          <pc:docMk/>
          <pc:sldMk cId="1160159566" sldId="2146848331"/>
        </pc:sldMkLst>
      </pc:sldChg>
      <pc:sldChg chg="delSp modSp mod">
        <pc:chgData name="Linder Vanessa (L5V)" userId="91dfc1f3-d66c-434d-9553-86c56895b2ee" providerId="ADAL" clId="{750DD926-54E5-4E3D-9F1B-447D35AC96F0}" dt="2025-02-04T10:04:14.806" v="187" actId="20577"/>
        <pc:sldMkLst>
          <pc:docMk/>
          <pc:sldMk cId="1860718069" sldId="2146848333"/>
        </pc:sldMkLst>
      </pc:sldChg>
      <pc:sldChg chg="delSp modSp mod">
        <pc:chgData name="Linder Vanessa (L5V)" userId="91dfc1f3-d66c-434d-9553-86c56895b2ee" providerId="ADAL" clId="{750DD926-54E5-4E3D-9F1B-447D35AC96F0}" dt="2025-02-04T10:03:43.583" v="149" actId="20577"/>
        <pc:sldMkLst>
          <pc:docMk/>
          <pc:sldMk cId="909886868" sldId="2146848334"/>
        </pc:sldMkLst>
      </pc:sldChg>
      <pc:sldChg chg="delSp mod">
        <pc:chgData name="Linder Vanessa (L5V)" userId="91dfc1f3-d66c-434d-9553-86c56895b2ee" providerId="ADAL" clId="{750DD926-54E5-4E3D-9F1B-447D35AC96F0}" dt="2025-01-21T12:59:50.171" v="119" actId="478"/>
        <pc:sldMkLst>
          <pc:docMk/>
          <pc:sldMk cId="4055113284" sldId="2146848346"/>
        </pc:sldMkLst>
      </pc:sldChg>
      <pc:sldChg chg="delSp modSp mod">
        <pc:chgData name="Linder Vanessa (L5V)" userId="91dfc1f3-d66c-434d-9553-86c56895b2ee" providerId="ADAL" clId="{750DD926-54E5-4E3D-9F1B-447D35AC96F0}" dt="2025-01-21T12:58:17.650" v="96" actId="478"/>
        <pc:sldMkLst>
          <pc:docMk/>
          <pc:sldMk cId="3906641147" sldId="2146848351"/>
        </pc:sldMkLst>
      </pc:sldChg>
      <pc:sldChg chg="delSp mod">
        <pc:chgData name="Linder Vanessa (L5V)" userId="91dfc1f3-d66c-434d-9553-86c56895b2ee" providerId="ADAL" clId="{750DD926-54E5-4E3D-9F1B-447D35AC96F0}" dt="2025-01-21T12:58:50.251" v="105" actId="478"/>
        <pc:sldMkLst>
          <pc:docMk/>
          <pc:sldMk cId="545564259" sldId="2146848370"/>
        </pc:sldMkLst>
      </pc:sldChg>
      <pc:sldChg chg="delSp mod">
        <pc:chgData name="Linder Vanessa (L5V)" userId="91dfc1f3-d66c-434d-9553-86c56895b2ee" providerId="ADAL" clId="{750DD926-54E5-4E3D-9F1B-447D35AC96F0}" dt="2025-01-21T12:51:47.882" v="30" actId="478"/>
        <pc:sldMkLst>
          <pc:docMk/>
          <pc:sldMk cId="3620313793" sldId="2146848372"/>
        </pc:sldMkLst>
      </pc:sldChg>
      <pc:sldChg chg="delSp mod">
        <pc:chgData name="Linder Vanessa (L5V)" userId="91dfc1f3-d66c-434d-9553-86c56895b2ee" providerId="ADAL" clId="{750DD926-54E5-4E3D-9F1B-447D35AC96F0}" dt="2025-01-21T12:56:31.697" v="81" actId="478"/>
        <pc:sldMkLst>
          <pc:docMk/>
          <pc:sldMk cId="3875038069" sldId="2146848373"/>
        </pc:sldMkLst>
      </pc:sldChg>
      <pc:sldChg chg="delSp modSp mod">
        <pc:chgData name="Linder Vanessa (L5V)" userId="91dfc1f3-d66c-434d-9553-86c56895b2ee" providerId="ADAL" clId="{750DD926-54E5-4E3D-9F1B-447D35AC96F0}" dt="2025-01-21T12:59:57.676" v="120" actId="1076"/>
        <pc:sldMkLst>
          <pc:docMk/>
          <pc:sldMk cId="2112849513" sldId="2146848375"/>
        </pc:sldMkLst>
      </pc:sldChg>
      <pc:sldChg chg="delSp mod">
        <pc:chgData name="Linder Vanessa (L5V)" userId="91dfc1f3-d66c-434d-9553-86c56895b2ee" providerId="ADAL" clId="{750DD926-54E5-4E3D-9F1B-447D35AC96F0}" dt="2025-01-21T12:59:43.196" v="117" actId="478"/>
        <pc:sldMkLst>
          <pc:docMk/>
          <pc:sldMk cId="3323829139" sldId="2146848376"/>
        </pc:sldMkLst>
      </pc:sldChg>
      <pc:sldChg chg="delSp mod">
        <pc:chgData name="Linder Vanessa (L5V)" userId="91dfc1f3-d66c-434d-9553-86c56895b2ee" providerId="ADAL" clId="{750DD926-54E5-4E3D-9F1B-447D35AC96F0}" dt="2025-01-21T12:56:02.249" v="76" actId="478"/>
        <pc:sldMkLst>
          <pc:docMk/>
          <pc:sldMk cId="3150528801" sldId="2146848378"/>
        </pc:sldMkLst>
      </pc:sldChg>
      <pc:sldChg chg="delSp mod">
        <pc:chgData name="Linder Vanessa (L5V)" userId="91dfc1f3-d66c-434d-9553-86c56895b2ee" providerId="ADAL" clId="{750DD926-54E5-4E3D-9F1B-447D35AC96F0}" dt="2025-01-21T12:56:33.814" v="82" actId="478"/>
        <pc:sldMkLst>
          <pc:docMk/>
          <pc:sldMk cId="2189621675" sldId="2146848381"/>
        </pc:sldMkLst>
      </pc:sldChg>
      <pc:sldChg chg="delSp mod">
        <pc:chgData name="Linder Vanessa (L5V)" userId="91dfc1f3-d66c-434d-9553-86c56895b2ee" providerId="ADAL" clId="{750DD926-54E5-4E3D-9F1B-447D35AC96F0}" dt="2025-01-21T12:56:36.512" v="83" actId="478"/>
        <pc:sldMkLst>
          <pc:docMk/>
          <pc:sldMk cId="1139102681" sldId="2146848382"/>
        </pc:sldMkLst>
      </pc:sldChg>
      <pc:sldChg chg="delSp mod">
        <pc:chgData name="Linder Vanessa (L5V)" userId="91dfc1f3-d66c-434d-9553-86c56895b2ee" providerId="ADAL" clId="{750DD926-54E5-4E3D-9F1B-447D35AC96F0}" dt="2025-01-21T12:59:21.141" v="113" actId="478"/>
        <pc:sldMkLst>
          <pc:docMk/>
          <pc:sldMk cId="3936242490" sldId="2146848384"/>
        </pc:sldMkLst>
      </pc:sldChg>
      <pc:sldChg chg="delSp mod">
        <pc:chgData name="Linder Vanessa (L5V)" userId="91dfc1f3-d66c-434d-9553-86c56895b2ee" providerId="ADAL" clId="{750DD926-54E5-4E3D-9F1B-447D35AC96F0}" dt="2025-01-21T12:55:42.962" v="73" actId="478"/>
        <pc:sldMkLst>
          <pc:docMk/>
          <pc:sldMk cId="872942702" sldId="2146848385"/>
        </pc:sldMkLst>
      </pc:sldChg>
      <pc:sldChg chg="delSp mod">
        <pc:chgData name="Linder Vanessa (L5V)" userId="91dfc1f3-d66c-434d-9553-86c56895b2ee" providerId="ADAL" clId="{750DD926-54E5-4E3D-9F1B-447D35AC96F0}" dt="2025-01-21T12:58:38.422" v="101" actId="478"/>
        <pc:sldMkLst>
          <pc:docMk/>
          <pc:sldMk cId="3330082543" sldId="2146848386"/>
        </pc:sldMkLst>
      </pc:sldChg>
      <pc:sldChg chg="delSp mod">
        <pc:chgData name="Linder Vanessa (L5V)" userId="91dfc1f3-d66c-434d-9553-86c56895b2ee" providerId="ADAL" clId="{750DD926-54E5-4E3D-9F1B-447D35AC96F0}" dt="2025-01-21T12:59:00.446" v="108" actId="478"/>
        <pc:sldMkLst>
          <pc:docMk/>
          <pc:sldMk cId="3639150880" sldId="2146848387"/>
        </pc:sldMkLst>
      </pc:sldChg>
    </pc:docChg>
  </pc:docChgLst>
  <pc:docChgLst>
    <pc:chgData name="Linder Vanessa (L5V)" userId="91dfc1f3-d66c-434d-9553-86c56895b2ee" providerId="ADAL" clId="{0B29C5AF-68B3-41F5-822C-F11F12025DA7}"/>
    <pc:docChg chg="undo custSel addSld delSld modSld modMainMaster modSection">
      <pc:chgData name="Linder Vanessa (L5V)" userId="91dfc1f3-d66c-434d-9553-86c56895b2ee" providerId="ADAL" clId="{0B29C5AF-68B3-41F5-822C-F11F12025DA7}" dt="2025-01-14T09:11:26.263" v="802" actId="20577"/>
      <pc:docMkLst>
        <pc:docMk/>
      </pc:docMkLst>
      <pc:sldChg chg="modNotesTx">
        <pc:chgData name="Linder Vanessa (L5V)" userId="91dfc1f3-d66c-434d-9553-86c56895b2ee" providerId="ADAL" clId="{0B29C5AF-68B3-41F5-822C-F11F12025DA7}" dt="2025-01-14T07:18:41.097" v="763" actId="20577"/>
        <pc:sldMkLst>
          <pc:docMk/>
          <pc:sldMk cId="2664963460" sldId="262"/>
        </pc:sldMkLst>
      </pc:sldChg>
      <pc:sldChg chg="addSp delSp modSp mod">
        <pc:chgData name="Linder Vanessa (L5V)" userId="91dfc1f3-d66c-434d-9553-86c56895b2ee" providerId="ADAL" clId="{0B29C5AF-68B3-41F5-822C-F11F12025DA7}" dt="2025-01-14T07:22:58.656" v="772" actId="207"/>
        <pc:sldMkLst>
          <pc:docMk/>
          <pc:sldMk cId="3823063115" sldId="264"/>
        </pc:sldMkLst>
      </pc:sldChg>
      <pc:sldChg chg="modSp">
        <pc:chgData name="Linder Vanessa (L5V)" userId="91dfc1f3-d66c-434d-9553-86c56895b2ee" providerId="ADAL" clId="{0B29C5AF-68B3-41F5-822C-F11F12025DA7}" dt="2025-01-13T13:02:02.006" v="353"/>
        <pc:sldMkLst>
          <pc:docMk/>
          <pc:sldMk cId="2313356286" sldId="265"/>
        </pc:sldMkLst>
      </pc:sldChg>
      <pc:sldChg chg="modSp mod">
        <pc:chgData name="Linder Vanessa (L5V)" userId="91dfc1f3-d66c-434d-9553-86c56895b2ee" providerId="ADAL" clId="{0B29C5AF-68B3-41F5-822C-F11F12025DA7}" dt="2025-01-13T12:18:13.299" v="35" actId="207"/>
        <pc:sldMkLst>
          <pc:docMk/>
          <pc:sldMk cId="415045431" sldId="278"/>
        </pc:sldMkLst>
      </pc:sldChg>
      <pc:sldChg chg="modSp mod">
        <pc:chgData name="Linder Vanessa (L5V)" userId="91dfc1f3-d66c-434d-9553-86c56895b2ee" providerId="ADAL" clId="{0B29C5AF-68B3-41F5-822C-F11F12025DA7}" dt="2025-01-13T12:26:58.625" v="49" actId="207"/>
        <pc:sldMkLst>
          <pc:docMk/>
          <pc:sldMk cId="19451589" sldId="290"/>
        </pc:sldMkLst>
      </pc:sldChg>
      <pc:sldChg chg="modSp mod">
        <pc:chgData name="Linder Vanessa (L5V)" userId="91dfc1f3-d66c-434d-9553-86c56895b2ee" providerId="ADAL" clId="{0B29C5AF-68B3-41F5-822C-F11F12025DA7}" dt="2025-01-14T08:17:09.985" v="792" actId="1035"/>
        <pc:sldMkLst>
          <pc:docMk/>
          <pc:sldMk cId="640972351" sldId="297"/>
        </pc:sldMkLst>
      </pc:sldChg>
      <pc:sldChg chg="addSp delSp modSp mod modClrScheme chgLayout">
        <pc:chgData name="Linder Vanessa (L5V)" userId="91dfc1f3-d66c-434d-9553-86c56895b2ee" providerId="ADAL" clId="{0B29C5AF-68B3-41F5-822C-F11F12025DA7}" dt="2025-01-13T13:00:25.142" v="321"/>
        <pc:sldMkLst>
          <pc:docMk/>
          <pc:sldMk cId="3044709794" sldId="317"/>
        </pc:sldMkLst>
      </pc:sldChg>
      <pc:sldChg chg="modNotesTx">
        <pc:chgData name="Linder Vanessa (L5V)" userId="91dfc1f3-d66c-434d-9553-86c56895b2ee" providerId="ADAL" clId="{0B29C5AF-68B3-41F5-822C-F11F12025DA7}" dt="2025-01-14T08:05:00.700" v="788" actId="33524"/>
        <pc:sldMkLst>
          <pc:docMk/>
          <pc:sldMk cId="4142736501" sldId="329"/>
        </pc:sldMkLst>
      </pc:sldChg>
      <pc:sldChg chg="modSp mod">
        <pc:chgData name="Linder Vanessa (L5V)" userId="91dfc1f3-d66c-434d-9553-86c56895b2ee" providerId="ADAL" clId="{0B29C5AF-68B3-41F5-822C-F11F12025DA7}" dt="2025-01-14T08:15:42.896" v="789" actId="33524"/>
        <pc:sldMkLst>
          <pc:docMk/>
          <pc:sldMk cId="2514919683" sldId="362"/>
        </pc:sldMkLst>
      </pc:sldChg>
      <pc:sldChg chg="modSp mod">
        <pc:chgData name="Linder Vanessa (L5V)" userId="91dfc1f3-d66c-434d-9553-86c56895b2ee" providerId="ADAL" clId="{0B29C5AF-68B3-41F5-822C-F11F12025DA7}" dt="2025-01-13T12:22:07.275" v="46" actId="207"/>
        <pc:sldMkLst>
          <pc:docMk/>
          <pc:sldMk cId="1700657751" sldId="673"/>
        </pc:sldMkLst>
      </pc:sldChg>
      <pc:sldChg chg="modSp mod">
        <pc:chgData name="Linder Vanessa (L5V)" userId="91dfc1f3-d66c-434d-9553-86c56895b2ee" providerId="ADAL" clId="{0B29C5AF-68B3-41F5-822C-F11F12025DA7}" dt="2025-01-13T14:47:50.478" v="629"/>
        <pc:sldMkLst>
          <pc:docMk/>
          <pc:sldMk cId="1694259446" sldId="1057"/>
        </pc:sldMkLst>
      </pc:sldChg>
      <pc:sldChg chg="del modAnim">
        <pc:chgData name="Linder Vanessa (L5V)" userId="91dfc1f3-d66c-434d-9553-86c56895b2ee" providerId="ADAL" clId="{0B29C5AF-68B3-41F5-822C-F11F12025DA7}" dt="2025-01-13T13:21:41.332" v="568" actId="2696"/>
        <pc:sldMkLst>
          <pc:docMk/>
          <pc:sldMk cId="872891917" sldId="3844"/>
        </pc:sldMkLst>
      </pc:sldChg>
      <pc:sldChg chg="modSp mod">
        <pc:chgData name="Linder Vanessa (L5V)" userId="91dfc1f3-d66c-434d-9553-86c56895b2ee" providerId="ADAL" clId="{0B29C5AF-68B3-41F5-822C-F11F12025DA7}" dt="2025-01-13T12:21:35.389" v="45" actId="207"/>
        <pc:sldMkLst>
          <pc:docMk/>
          <pc:sldMk cId="1688481652" sldId="4872"/>
        </pc:sldMkLst>
      </pc:sldChg>
      <pc:sldChg chg="modSp mod">
        <pc:chgData name="Linder Vanessa (L5V)" userId="91dfc1f3-d66c-434d-9553-86c56895b2ee" providerId="ADAL" clId="{0B29C5AF-68B3-41F5-822C-F11F12025DA7}" dt="2025-01-14T07:16:20.415" v="759"/>
        <pc:sldMkLst>
          <pc:docMk/>
          <pc:sldMk cId="2216772610" sldId="4906"/>
        </pc:sldMkLst>
      </pc:sldChg>
      <pc:sldChg chg="modSp del mod">
        <pc:chgData name="Linder Vanessa (L5V)" userId="91dfc1f3-d66c-434d-9553-86c56895b2ee" providerId="ADAL" clId="{0B29C5AF-68B3-41F5-822C-F11F12025DA7}" dt="2025-01-13T12:54:43.935" v="268" actId="2696"/>
        <pc:sldMkLst>
          <pc:docMk/>
          <pc:sldMk cId="1612389406" sldId="5081"/>
        </pc:sldMkLst>
      </pc:sldChg>
      <pc:sldChg chg="modSp mod">
        <pc:chgData name="Linder Vanessa (L5V)" userId="91dfc1f3-d66c-434d-9553-86c56895b2ee" providerId="ADAL" clId="{0B29C5AF-68B3-41F5-822C-F11F12025DA7}" dt="2025-01-13T12:17:12.974" v="27" actId="207"/>
        <pc:sldMkLst>
          <pc:docMk/>
          <pc:sldMk cId="2544069796" sldId="5087"/>
        </pc:sldMkLst>
      </pc:sldChg>
      <pc:sldChg chg="modNotesTx">
        <pc:chgData name="Linder Vanessa (L5V)" userId="91dfc1f3-d66c-434d-9553-86c56895b2ee" providerId="ADAL" clId="{0B29C5AF-68B3-41F5-822C-F11F12025DA7}" dt="2025-01-14T07:19:38.427" v="769" actId="20577"/>
        <pc:sldMkLst>
          <pc:docMk/>
          <pc:sldMk cId="3662815837" sldId="5279"/>
        </pc:sldMkLst>
      </pc:sldChg>
      <pc:sldChg chg="addSp delSp modSp mod">
        <pc:chgData name="Linder Vanessa (L5V)" userId="91dfc1f3-d66c-434d-9553-86c56895b2ee" providerId="ADAL" clId="{0B29C5AF-68B3-41F5-822C-F11F12025DA7}" dt="2025-01-13T15:02:04.056" v="634" actId="478"/>
        <pc:sldMkLst>
          <pc:docMk/>
          <pc:sldMk cId="1202398455" sldId="5341"/>
        </pc:sldMkLst>
      </pc:sldChg>
      <pc:sldChg chg="modNotesTx">
        <pc:chgData name="Linder Vanessa (L5V)" userId="91dfc1f3-d66c-434d-9553-86c56895b2ee" providerId="ADAL" clId="{0B29C5AF-68B3-41F5-822C-F11F12025DA7}" dt="2025-01-14T08:16:10.016" v="790" actId="33524"/>
        <pc:sldMkLst>
          <pc:docMk/>
          <pc:sldMk cId="2804180902" sldId="6027"/>
        </pc:sldMkLst>
      </pc:sldChg>
      <pc:sldChg chg="modNotesTx">
        <pc:chgData name="Linder Vanessa (L5V)" userId="91dfc1f3-d66c-434d-9553-86c56895b2ee" providerId="ADAL" clId="{0B29C5AF-68B3-41F5-822C-F11F12025DA7}" dt="2025-01-14T08:29:34.124" v="794" actId="33524"/>
        <pc:sldMkLst>
          <pc:docMk/>
          <pc:sldMk cId="1791554890" sldId="6043"/>
        </pc:sldMkLst>
      </pc:sldChg>
      <pc:sldChg chg="addSp delSp modSp mod">
        <pc:chgData name="Linder Vanessa (L5V)" userId="91dfc1f3-d66c-434d-9553-86c56895b2ee" providerId="ADAL" clId="{0B29C5AF-68B3-41F5-822C-F11F12025DA7}" dt="2025-01-13T15:04:39.095" v="636" actId="478"/>
        <pc:sldMkLst>
          <pc:docMk/>
          <pc:sldMk cId="612857534" sldId="6089"/>
        </pc:sldMkLst>
      </pc:sldChg>
      <pc:sldChg chg="modSp mod modNotesTx">
        <pc:chgData name="Linder Vanessa (L5V)" userId="91dfc1f3-d66c-434d-9553-86c56895b2ee" providerId="ADAL" clId="{0B29C5AF-68B3-41F5-822C-F11F12025DA7}" dt="2025-01-14T08:03:14.814" v="786" actId="33524"/>
        <pc:sldMkLst>
          <pc:docMk/>
          <pc:sldMk cId="1084297140" sldId="2146848048"/>
        </pc:sldMkLst>
      </pc:sldChg>
      <pc:sldChg chg="addSp delSp modSp del mod">
        <pc:chgData name="Linder Vanessa (L5V)" userId="91dfc1f3-d66c-434d-9553-86c56895b2ee" providerId="ADAL" clId="{0B29C5AF-68B3-41F5-822C-F11F12025DA7}" dt="2025-01-13T12:15:14.997" v="24" actId="2696"/>
        <pc:sldMkLst>
          <pc:docMk/>
          <pc:sldMk cId="2274435612" sldId="2146848049"/>
        </pc:sldMkLst>
      </pc:sldChg>
      <pc:sldChg chg="modSp mod">
        <pc:chgData name="Linder Vanessa (L5V)" userId="91dfc1f3-d66c-434d-9553-86c56895b2ee" providerId="ADAL" clId="{0B29C5AF-68B3-41F5-822C-F11F12025DA7}" dt="2025-01-13T12:19:06.431" v="37" actId="207"/>
        <pc:sldMkLst>
          <pc:docMk/>
          <pc:sldMk cId="2616120734" sldId="2146848050"/>
        </pc:sldMkLst>
      </pc:sldChg>
      <pc:sldChg chg="modSp mod">
        <pc:chgData name="Linder Vanessa (L5V)" userId="91dfc1f3-d66c-434d-9553-86c56895b2ee" providerId="ADAL" clId="{0B29C5AF-68B3-41F5-822C-F11F12025DA7}" dt="2025-01-13T12:20:08.577" v="41" actId="207"/>
        <pc:sldMkLst>
          <pc:docMk/>
          <pc:sldMk cId="2849655633" sldId="2146848054"/>
        </pc:sldMkLst>
      </pc:sldChg>
      <pc:sldChg chg="modSp mod modNotesTx">
        <pc:chgData name="Linder Vanessa (L5V)" userId="91dfc1f3-d66c-434d-9553-86c56895b2ee" providerId="ADAL" clId="{0B29C5AF-68B3-41F5-822C-F11F12025DA7}" dt="2025-01-14T08:31:11.086" v="796" actId="20577"/>
        <pc:sldMkLst>
          <pc:docMk/>
          <pc:sldMk cId="1248839468" sldId="2146848055"/>
        </pc:sldMkLst>
      </pc:sldChg>
      <pc:sldChg chg="modSp mod modNotesTx">
        <pc:chgData name="Linder Vanessa (L5V)" userId="91dfc1f3-d66c-434d-9553-86c56895b2ee" providerId="ADAL" clId="{0B29C5AF-68B3-41F5-822C-F11F12025DA7}" dt="2025-01-14T08:41:45.787" v="797" actId="33524"/>
        <pc:sldMkLst>
          <pc:docMk/>
          <pc:sldMk cId="3552114782" sldId="2146848057"/>
        </pc:sldMkLst>
      </pc:sldChg>
      <pc:sldChg chg="modSp mod">
        <pc:chgData name="Linder Vanessa (L5V)" userId="91dfc1f3-d66c-434d-9553-86c56895b2ee" providerId="ADAL" clId="{0B29C5AF-68B3-41F5-822C-F11F12025DA7}" dt="2025-01-14T09:11:26.263" v="802" actId="20577"/>
        <pc:sldMkLst>
          <pc:docMk/>
          <pc:sldMk cId="3246385698" sldId="2146848207"/>
        </pc:sldMkLst>
      </pc:sldChg>
      <pc:sldChg chg="modNotesTx">
        <pc:chgData name="Linder Vanessa (L5V)" userId="91dfc1f3-d66c-434d-9553-86c56895b2ee" providerId="ADAL" clId="{0B29C5AF-68B3-41F5-822C-F11F12025DA7}" dt="2025-01-14T07:19:13.901" v="766" actId="20577"/>
        <pc:sldMkLst>
          <pc:docMk/>
          <pc:sldMk cId="2898509101" sldId="2146848240"/>
        </pc:sldMkLst>
      </pc:sldChg>
      <pc:sldChg chg="modSp mod">
        <pc:chgData name="Linder Vanessa (L5V)" userId="91dfc1f3-d66c-434d-9553-86c56895b2ee" providerId="ADAL" clId="{0B29C5AF-68B3-41F5-822C-F11F12025DA7}" dt="2025-01-13T12:21:12.073" v="44" actId="207"/>
        <pc:sldMkLst>
          <pc:docMk/>
          <pc:sldMk cId="673756270" sldId="2146848245"/>
        </pc:sldMkLst>
      </pc:sldChg>
      <pc:sldChg chg="modSp mod">
        <pc:chgData name="Linder Vanessa (L5V)" userId="91dfc1f3-d66c-434d-9553-86c56895b2ee" providerId="ADAL" clId="{0B29C5AF-68B3-41F5-822C-F11F12025DA7}" dt="2025-01-13T12:26:09.659" v="47" actId="207"/>
        <pc:sldMkLst>
          <pc:docMk/>
          <pc:sldMk cId="3162798814" sldId="2146848246"/>
        </pc:sldMkLst>
      </pc:sldChg>
      <pc:sldChg chg="modSp mod">
        <pc:chgData name="Linder Vanessa (L5V)" userId="91dfc1f3-d66c-434d-9553-86c56895b2ee" providerId="ADAL" clId="{0B29C5AF-68B3-41F5-822C-F11F12025DA7}" dt="2025-01-13T12:26:34.528" v="48" actId="207"/>
        <pc:sldMkLst>
          <pc:docMk/>
          <pc:sldMk cId="3793046186" sldId="2146848247"/>
        </pc:sldMkLst>
      </pc:sldChg>
      <pc:sldChg chg="modNotesTx">
        <pc:chgData name="Linder Vanessa (L5V)" userId="91dfc1f3-d66c-434d-9553-86c56895b2ee" providerId="ADAL" clId="{0B29C5AF-68B3-41F5-822C-F11F12025DA7}" dt="2025-01-14T08:03:34.786" v="787" actId="33524"/>
        <pc:sldMkLst>
          <pc:docMk/>
          <pc:sldMk cId="882732975" sldId="2146848269"/>
        </pc:sldMkLst>
      </pc:sldChg>
      <pc:sldChg chg="delSp modSp mod">
        <pc:chgData name="Linder Vanessa (L5V)" userId="91dfc1f3-d66c-434d-9553-86c56895b2ee" providerId="ADAL" clId="{0B29C5AF-68B3-41F5-822C-F11F12025DA7}" dt="2025-01-13T12:33:44.876" v="123" actId="408"/>
        <pc:sldMkLst>
          <pc:docMk/>
          <pc:sldMk cId="570659367" sldId="2146848290"/>
        </pc:sldMkLst>
      </pc:sldChg>
      <pc:sldChg chg="modSp mod">
        <pc:chgData name="Linder Vanessa (L5V)" userId="91dfc1f3-d66c-434d-9553-86c56895b2ee" providerId="ADAL" clId="{0B29C5AF-68B3-41F5-822C-F11F12025DA7}" dt="2025-01-13T12:19:49.489" v="40" actId="14100"/>
        <pc:sldMkLst>
          <pc:docMk/>
          <pc:sldMk cId="3267715435" sldId="2146848298"/>
        </pc:sldMkLst>
      </pc:sldChg>
      <pc:sldChg chg="modSp mod">
        <pc:chgData name="Linder Vanessa (L5V)" userId="91dfc1f3-d66c-434d-9553-86c56895b2ee" providerId="ADAL" clId="{0B29C5AF-68B3-41F5-822C-F11F12025DA7}" dt="2025-01-14T08:23:59.178" v="793" actId="20577"/>
        <pc:sldMkLst>
          <pc:docMk/>
          <pc:sldMk cId="2528190984" sldId="2146848301"/>
        </pc:sldMkLst>
      </pc:sldChg>
      <pc:sldChg chg="modSp mod">
        <pc:chgData name="Linder Vanessa (L5V)" userId="91dfc1f3-d66c-434d-9553-86c56895b2ee" providerId="ADAL" clId="{0B29C5AF-68B3-41F5-822C-F11F12025DA7}" dt="2025-01-13T12:16:01.439" v="25" actId="207"/>
        <pc:sldMkLst>
          <pc:docMk/>
          <pc:sldMk cId="3620313793" sldId="2146848372"/>
        </pc:sldMkLst>
      </pc:sldChg>
      <pc:sldChg chg="addSp delSp modSp add mod">
        <pc:chgData name="Linder Vanessa (L5V)" userId="91dfc1f3-d66c-434d-9553-86c56895b2ee" providerId="ADAL" clId="{0B29C5AF-68B3-41F5-822C-F11F12025DA7}" dt="2025-01-13T12:15:05.966" v="23" actId="18131"/>
        <pc:sldMkLst>
          <pc:docMk/>
          <pc:sldMk cId="1495890223" sldId="2146848388"/>
        </pc:sldMkLst>
      </pc:sldChg>
      <pc:sldChg chg="addSp delSp modSp new mod modShow modNotesTx">
        <pc:chgData name="Linder Vanessa (L5V)" userId="91dfc1f3-d66c-434d-9553-86c56895b2ee" providerId="ADAL" clId="{0B29C5AF-68B3-41F5-822C-F11F12025DA7}" dt="2025-01-14T08:01:39.309" v="775" actId="20577"/>
        <pc:sldMkLst>
          <pc:docMk/>
          <pc:sldMk cId="107062461" sldId="2146848389"/>
        </pc:sldMkLst>
      </pc:sldChg>
      <pc:sldChg chg="addSp modSp add del mod modClrScheme chgLayout">
        <pc:chgData name="Linder Vanessa (L5V)" userId="91dfc1f3-d66c-434d-9553-86c56895b2ee" providerId="ADAL" clId="{0B29C5AF-68B3-41F5-822C-F11F12025DA7}" dt="2025-01-13T12:38:20.955" v="152" actId="47"/>
        <pc:sldMkLst>
          <pc:docMk/>
          <pc:sldMk cId="1450277788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40:50.548" v="175" actId="2696"/>
        <pc:sldMkLst>
          <pc:docMk/>
          <pc:sldMk cId="1812266947" sldId="2146848389"/>
        </pc:sldMkLst>
      </pc:sldChg>
      <pc:sldChg chg="addSp delSp modSp add del mod modClrScheme chgLayout">
        <pc:chgData name="Linder Vanessa (L5V)" userId="91dfc1f3-d66c-434d-9553-86c56895b2ee" providerId="ADAL" clId="{0B29C5AF-68B3-41F5-822C-F11F12025DA7}" dt="2025-01-13T12:55:08.267" v="274" actId="2696"/>
        <pc:sldMkLst>
          <pc:docMk/>
          <pc:sldMk cId="128581813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46.982" v="777" actId="20577"/>
        <pc:sldMkLst>
          <pc:docMk/>
          <pc:sldMk cId="279613778" sldId="2146848390"/>
        </pc:sldMkLst>
      </pc:sldChg>
      <pc:sldChg chg="addSp delSp modSp new del mod">
        <pc:chgData name="Linder Vanessa (L5V)" userId="91dfc1f3-d66c-434d-9553-86c56895b2ee" providerId="ADAL" clId="{0B29C5AF-68B3-41F5-822C-F11F12025DA7}" dt="2025-01-13T12:57:45.073" v="312" actId="2696"/>
        <pc:sldMkLst>
          <pc:docMk/>
          <pc:sldMk cId="280978335" sldId="2146848390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1.147" v="779" actId="20577"/>
        <pc:sldMkLst>
          <pc:docMk/>
          <pc:sldMk cId="2938277242" sldId="2146848391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1:55.263" v="781" actId="20577"/>
        <pc:sldMkLst>
          <pc:docMk/>
          <pc:sldMk cId="1539003984" sldId="2146848392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0.033" v="783" actId="20577"/>
        <pc:sldMkLst>
          <pc:docMk/>
          <pc:sldMk cId="1115232334" sldId="2146848393"/>
        </pc:sldMkLst>
      </pc:sldChg>
      <pc:sldChg chg="addSp delSp modSp add mod modNotesTx">
        <pc:chgData name="Linder Vanessa (L5V)" userId="91dfc1f3-d66c-434d-9553-86c56895b2ee" providerId="ADAL" clId="{0B29C5AF-68B3-41F5-822C-F11F12025DA7}" dt="2025-01-14T08:02:04.577" v="785" actId="20577"/>
        <pc:sldMkLst>
          <pc:docMk/>
          <pc:sldMk cId="3658286160" sldId="2146848394"/>
        </pc:sldMkLst>
      </pc:sldChg>
      <pc:sldChg chg="addSp delSp modSp add mod modAnim">
        <pc:chgData name="Linder Vanessa (L5V)" userId="91dfc1f3-d66c-434d-9553-86c56895b2ee" providerId="ADAL" clId="{0B29C5AF-68B3-41F5-822C-F11F12025DA7}" dt="2025-01-13T13:21:15.983" v="567"/>
        <pc:sldMkLst>
          <pc:docMk/>
          <pc:sldMk cId="3456124493" sldId="2146848395"/>
        </pc:sldMkLst>
      </pc:sldChg>
      <pc:sldMasterChg chg="addSldLayout delSldLayout modSldLayout sldLayoutOrd">
        <pc:chgData name="Linder Vanessa (L5V)" userId="91dfc1f3-d66c-434d-9553-86c56895b2ee" providerId="ADAL" clId="{0B29C5AF-68B3-41F5-822C-F11F12025DA7}" dt="2025-01-13T13:04:10.935" v="382" actId="20578"/>
        <pc:sldMasterMkLst>
          <pc:docMk/>
          <pc:sldMasterMk cId="500272812" sldId="2147483648"/>
        </pc:sldMasterMkLst>
        <pc:sldLayoutChg chg="modSp del mod">
          <pc:chgData name="Linder Vanessa (L5V)" userId="91dfc1f3-d66c-434d-9553-86c56895b2ee" providerId="ADAL" clId="{0B29C5AF-68B3-41F5-822C-F11F12025DA7}" dt="2025-01-13T13:00:14.599" v="320" actId="2696"/>
          <pc:sldLayoutMkLst>
            <pc:docMk/>
            <pc:sldMasterMk cId="500272812" sldId="2147483648"/>
            <pc:sldLayoutMk cId="1866770067" sldId="2147483722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3.402" v="325" actId="2696"/>
          <pc:sldLayoutMkLst>
            <pc:docMk/>
            <pc:sldMasterMk cId="500272812" sldId="2147483648"/>
            <pc:sldLayoutMk cId="2799998076" sldId="2147483724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5.934" v="326" actId="2696"/>
          <pc:sldLayoutMkLst>
            <pc:docMk/>
            <pc:sldMasterMk cId="500272812" sldId="2147483648"/>
            <pc:sldLayoutMk cId="3027951326" sldId="2147483725"/>
          </pc:sldLayoutMkLst>
        </pc:sldLayoutChg>
        <pc:sldLayoutChg chg="del">
          <pc:chgData name="Linder Vanessa (L5V)" userId="91dfc1f3-d66c-434d-9553-86c56895b2ee" providerId="ADAL" clId="{0B29C5AF-68B3-41F5-822C-F11F12025DA7}" dt="2025-01-13T13:00:58.495" v="327" actId="2696"/>
          <pc:sldLayoutMkLst>
            <pc:docMk/>
            <pc:sldMasterMk cId="500272812" sldId="2147483648"/>
            <pc:sldLayoutMk cId="3988555547" sldId="214748372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0.622" v="328" actId="2696"/>
          <pc:sldLayoutMkLst>
            <pc:docMk/>
            <pc:sldMasterMk cId="500272812" sldId="2147483648"/>
            <pc:sldLayoutMk cId="2943279025" sldId="214748372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25" v="329" actId="2696"/>
          <pc:sldLayoutMkLst>
            <pc:docMk/>
            <pc:sldMasterMk cId="500272812" sldId="2147483648"/>
            <pc:sldLayoutMk cId="2410006973" sldId="214748372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35" v="330" actId="2696"/>
          <pc:sldLayoutMkLst>
            <pc:docMk/>
            <pc:sldMasterMk cId="500272812" sldId="2147483648"/>
            <pc:sldLayoutMk cId="2533576765" sldId="214748373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43" v="331" actId="2696"/>
          <pc:sldLayoutMkLst>
            <pc:docMk/>
            <pc:sldMasterMk cId="500272812" sldId="2147483648"/>
            <pc:sldLayoutMk cId="3402486362" sldId="214748373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0" v="332" actId="2696"/>
          <pc:sldLayoutMkLst>
            <pc:docMk/>
            <pc:sldMasterMk cId="500272812" sldId="2147483648"/>
            <pc:sldLayoutMk cId="1755878210" sldId="214748373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09.858" v="333" actId="2696"/>
          <pc:sldLayoutMkLst>
            <pc:docMk/>
            <pc:sldMasterMk cId="500272812" sldId="2147483648"/>
            <pc:sldLayoutMk cId="377298846" sldId="214748373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46.184" v="370" actId="2696"/>
          <pc:sldLayoutMkLst>
            <pc:docMk/>
            <pc:sldMasterMk cId="500272812" sldId="2147483648"/>
            <pc:sldLayoutMk cId="2535149197" sldId="214748373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5.282" v="367" actId="2696"/>
          <pc:sldLayoutMkLst>
            <pc:docMk/>
            <pc:sldMasterMk cId="500272812" sldId="2147483648"/>
            <pc:sldLayoutMk cId="1493409684" sldId="214748373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31.720" v="366" actId="2696"/>
          <pc:sldLayoutMkLst>
            <pc:docMk/>
            <pc:sldMasterMk cId="500272812" sldId="2147483648"/>
            <pc:sldLayoutMk cId="1312005491" sldId="214748373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9.864" v="365" actId="2696"/>
          <pc:sldLayoutMkLst>
            <pc:docMk/>
            <pc:sldMasterMk cId="500272812" sldId="2147483648"/>
            <pc:sldLayoutMk cId="78833559" sldId="214748373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7.736" v="364" actId="2696"/>
          <pc:sldLayoutMkLst>
            <pc:docMk/>
            <pc:sldMasterMk cId="500272812" sldId="2147483648"/>
            <pc:sldLayoutMk cId="3173676996" sldId="2147483738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5.627" v="363" actId="2696"/>
          <pc:sldLayoutMkLst>
            <pc:docMk/>
            <pc:sldMasterMk cId="500272812" sldId="2147483648"/>
            <pc:sldLayoutMk cId="834427342" sldId="2147483739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3.658" v="362" actId="2696"/>
          <pc:sldLayoutMkLst>
            <pc:docMk/>
            <pc:sldMasterMk cId="500272812" sldId="2147483648"/>
            <pc:sldLayoutMk cId="1047011066" sldId="2147483740"/>
          </pc:sldLayoutMkLst>
        </pc:sldLayoutChg>
        <pc:sldLayoutChg chg="del">
          <pc:chgData name="Linder Vanessa (L5V)" userId="91dfc1f3-d66c-434d-9553-86c56895b2ee" providerId="ADAL" clId="{0B29C5AF-68B3-41F5-822C-F11F12025DA7}" dt="2025-01-13T13:02:21.408" v="361" actId="2696"/>
          <pc:sldLayoutMkLst>
            <pc:docMk/>
            <pc:sldMasterMk cId="500272812" sldId="2147483648"/>
            <pc:sldLayoutMk cId="3483906309" sldId="2147483741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9.073" v="360" actId="2696"/>
          <pc:sldLayoutMkLst>
            <pc:docMk/>
            <pc:sldMasterMk cId="500272812" sldId="2147483648"/>
            <pc:sldLayoutMk cId="1631238199" sldId="2147483742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7.024" v="359" actId="2696"/>
          <pc:sldLayoutMkLst>
            <pc:docMk/>
            <pc:sldMasterMk cId="500272812" sldId="2147483648"/>
            <pc:sldLayoutMk cId="970254956" sldId="2147483743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4.868" v="358" actId="2696"/>
          <pc:sldLayoutMkLst>
            <pc:docMk/>
            <pc:sldMasterMk cId="500272812" sldId="2147483648"/>
            <pc:sldLayoutMk cId="2041195724" sldId="2147483744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2.413" v="357" actId="2696"/>
          <pc:sldLayoutMkLst>
            <pc:docMk/>
            <pc:sldMasterMk cId="500272812" sldId="2147483648"/>
            <pc:sldLayoutMk cId="883114581" sldId="2147483745"/>
          </pc:sldLayoutMkLst>
        </pc:sldLayoutChg>
        <pc:sldLayoutChg chg="del">
          <pc:chgData name="Linder Vanessa (L5V)" userId="91dfc1f3-d66c-434d-9553-86c56895b2ee" providerId="ADAL" clId="{0B29C5AF-68B3-41F5-822C-F11F12025DA7}" dt="2025-01-13T13:02:10.298" v="356" actId="2696"/>
          <pc:sldLayoutMkLst>
            <pc:docMk/>
            <pc:sldMasterMk cId="500272812" sldId="2147483648"/>
            <pc:sldLayoutMk cId="501331410" sldId="2147483746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7.668" v="355" actId="2696"/>
          <pc:sldLayoutMkLst>
            <pc:docMk/>
            <pc:sldMasterMk cId="500272812" sldId="2147483648"/>
            <pc:sldLayoutMk cId="2682314340" sldId="2147483747"/>
          </pc:sldLayoutMkLst>
        </pc:sldLayoutChg>
        <pc:sldLayoutChg chg="del">
          <pc:chgData name="Linder Vanessa (L5V)" userId="91dfc1f3-d66c-434d-9553-86c56895b2ee" providerId="ADAL" clId="{0B29C5AF-68B3-41F5-822C-F11F12025DA7}" dt="2025-01-13T13:02:05.026" v="354" actId="2696"/>
          <pc:sldLayoutMkLst>
            <pc:docMk/>
            <pc:sldMasterMk cId="500272812" sldId="2147483648"/>
            <pc:sldLayoutMk cId="1140759018" sldId="2147483749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3.668" v="369" actId="2696"/>
          <pc:sldLayoutMkLst>
            <pc:docMk/>
            <pc:sldMasterMk cId="500272812" sldId="2147483648"/>
            <pc:sldLayoutMk cId="2700734896" sldId="2147483754"/>
          </pc:sldLayoutMkLst>
        </pc:sldLayoutChg>
        <pc:sldLayoutChg chg="modSp del">
          <pc:chgData name="Linder Vanessa (L5V)" userId="91dfc1f3-d66c-434d-9553-86c56895b2ee" providerId="ADAL" clId="{0B29C5AF-68B3-41F5-822C-F11F12025DA7}" dt="2025-01-13T13:02:41.466" v="368" actId="2696"/>
          <pc:sldLayoutMkLst>
            <pc:docMk/>
            <pc:sldMasterMk cId="500272812" sldId="2147483648"/>
            <pc:sldLayoutMk cId="1684651031" sldId="2147483759"/>
          </pc:sldLayoutMkLst>
        </pc:sldLayoutChg>
        <pc:sldLayoutChg chg="addSp delSp modSp new mod replId">
          <pc:chgData name="Linder Vanessa (L5V)" userId="91dfc1f3-d66c-434d-9553-86c56895b2ee" providerId="ADAL" clId="{0B29C5AF-68B3-41F5-822C-F11F12025DA7}" dt="2025-01-13T12:42:32.078" v="230" actId="3064"/>
          <pc:sldLayoutMkLst>
            <pc:docMk/>
            <pc:sldMasterMk cId="500272812" sldId="2147483648"/>
            <pc:sldLayoutMk cId="710783088" sldId="2147483772"/>
          </pc:sldLayoutMkLst>
        </pc:sldLayoutChg>
        <pc:sldLayoutChg chg="delSp modSp mod ord">
          <pc:chgData name="Linder Vanessa (L5V)" userId="91dfc1f3-d66c-434d-9553-86c56895b2ee" providerId="ADAL" clId="{0B29C5AF-68B3-41F5-822C-F11F12025DA7}" dt="2025-01-13T13:04:10.935" v="382" actId="20578"/>
          <pc:sldLayoutMkLst>
            <pc:docMk/>
            <pc:sldMasterMk cId="500272812" sldId="2147483648"/>
            <pc:sldLayoutMk cId="2940618931" sldId="2147483773"/>
          </pc:sldLayoutMkLst>
        </pc:sldLayoutChg>
      </pc:sldMasterChg>
      <pc:sldMasterChg chg="delSldLayout">
        <pc:chgData name="Linder Vanessa (L5V)" userId="91dfc1f3-d66c-434d-9553-86c56895b2ee" providerId="ADAL" clId="{0B29C5AF-68B3-41F5-822C-F11F12025DA7}" dt="2025-01-13T13:01:59.297" v="352" actId="2696"/>
        <pc:sldMasterMkLst>
          <pc:docMk/>
          <pc:sldMasterMk cId="1674131927" sldId="2147483750"/>
        </pc:sldMasterMkLst>
        <pc:sldLayoutChg chg="del">
          <pc:chgData name="Linder Vanessa (L5V)" userId="91dfc1f3-d66c-434d-9553-86c56895b2ee" providerId="ADAL" clId="{0B29C5AF-68B3-41F5-822C-F11F12025DA7}" dt="2025-01-13T13:01:59.297" v="352" actId="2696"/>
          <pc:sldLayoutMkLst>
            <pc:docMk/>
            <pc:sldMasterMk cId="1674131927" sldId="2147483750"/>
            <pc:sldLayoutMk cId="2454620853" sldId="214748375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7.086" v="351" actId="2696"/>
          <pc:sldLayoutMkLst>
            <pc:docMk/>
            <pc:sldMasterMk cId="1674131927" sldId="2147483750"/>
            <pc:sldLayoutMk cId="2906749971" sldId="214748375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54.557" v="350" actId="2696"/>
          <pc:sldLayoutMkLst>
            <pc:docMk/>
            <pc:sldMasterMk cId="1674131927" sldId="2147483750"/>
            <pc:sldLayoutMk cId="3129580611" sldId="214748375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9.390" v="349" actId="2696"/>
          <pc:sldLayoutMkLst>
            <pc:docMk/>
            <pc:sldMasterMk cId="1674131927" sldId="2147483750"/>
            <pc:sldLayoutMk cId="2102272323" sldId="214748375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7.462" v="348" actId="2696"/>
          <pc:sldLayoutMkLst>
            <pc:docMk/>
            <pc:sldMasterMk cId="1674131927" sldId="2147483750"/>
            <pc:sldLayoutMk cId="802913207" sldId="214748375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5.492" v="347" actId="2696"/>
          <pc:sldLayoutMkLst>
            <pc:docMk/>
            <pc:sldMasterMk cId="1674131927" sldId="2147483750"/>
            <pc:sldLayoutMk cId="1104519830" sldId="214748375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43.399" v="346" actId="2696"/>
          <pc:sldLayoutMkLst>
            <pc:docMk/>
            <pc:sldMasterMk cId="1674131927" sldId="2147483750"/>
            <pc:sldLayoutMk cId="3085743773" sldId="214748375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35.894" v="345" actId="2696"/>
          <pc:sldLayoutMkLst>
            <pc:docMk/>
            <pc:sldMasterMk cId="1674131927" sldId="2147483750"/>
            <pc:sldLayoutMk cId="1094289649" sldId="214748376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61" v="344" actId="2696"/>
          <pc:sldLayoutMkLst>
            <pc:docMk/>
            <pc:sldMasterMk cId="1674131927" sldId="2147483750"/>
            <pc:sldLayoutMk cId="1388965024" sldId="2147483761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53" v="343" actId="2696"/>
          <pc:sldLayoutMkLst>
            <pc:docMk/>
            <pc:sldMasterMk cId="1674131927" sldId="2147483750"/>
            <pc:sldLayoutMk cId="1272115280" sldId="2147483762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6" v="342" actId="2696"/>
          <pc:sldLayoutMkLst>
            <pc:docMk/>
            <pc:sldMasterMk cId="1674131927" sldId="2147483750"/>
            <pc:sldLayoutMk cId="1958142121" sldId="2147483763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40" v="341" actId="2696"/>
          <pc:sldLayoutMkLst>
            <pc:docMk/>
            <pc:sldMasterMk cId="1674131927" sldId="2147483750"/>
            <pc:sldLayoutMk cId="1180833759" sldId="2147483764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35" v="340" actId="2696"/>
          <pc:sldLayoutMkLst>
            <pc:docMk/>
            <pc:sldMasterMk cId="1674131927" sldId="2147483750"/>
            <pc:sldLayoutMk cId="994478043" sldId="2147483765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6.728" v="339" actId="2696"/>
          <pc:sldLayoutMkLst>
            <pc:docMk/>
            <pc:sldMasterMk cId="1674131927" sldId="2147483750"/>
            <pc:sldLayoutMk cId="897421861" sldId="2147483766"/>
          </pc:sldLayoutMkLst>
        </pc:sldLayoutChg>
        <pc:sldLayoutChg chg="del">
          <pc:chgData name="Linder Vanessa (L5V)" userId="91dfc1f3-d66c-434d-9553-86c56895b2ee" providerId="ADAL" clId="{0B29C5AF-68B3-41F5-822C-F11F12025DA7}" dt="2025-01-13T13:01:20.006" v="338" actId="2696"/>
          <pc:sldLayoutMkLst>
            <pc:docMk/>
            <pc:sldMasterMk cId="1674131927" sldId="2147483750"/>
            <pc:sldLayoutMk cId="245036123" sldId="2147483767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9" v="337" actId="2696"/>
          <pc:sldLayoutMkLst>
            <pc:docMk/>
            <pc:sldMasterMk cId="1674131927" sldId="2147483750"/>
            <pc:sldLayoutMk cId="1529380826" sldId="2147483768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92" v="336" actId="2696"/>
          <pc:sldLayoutMkLst>
            <pc:docMk/>
            <pc:sldMasterMk cId="1674131927" sldId="2147483750"/>
            <pc:sldLayoutMk cId="4116781968" sldId="2147483769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86" v="335" actId="2696"/>
          <pc:sldLayoutMkLst>
            <pc:docMk/>
            <pc:sldMasterMk cId="1674131927" sldId="2147483750"/>
            <pc:sldLayoutMk cId="3818004258" sldId="2147483770"/>
          </pc:sldLayoutMkLst>
        </pc:sldLayoutChg>
        <pc:sldLayoutChg chg="del">
          <pc:chgData name="Linder Vanessa (L5V)" userId="91dfc1f3-d66c-434d-9553-86c56895b2ee" providerId="ADAL" clId="{0B29C5AF-68B3-41F5-822C-F11F12025DA7}" dt="2025-01-13T13:01:19.978" v="334" actId="2696"/>
          <pc:sldLayoutMkLst>
            <pc:docMk/>
            <pc:sldMasterMk cId="1674131927" sldId="2147483750"/>
            <pc:sldLayoutMk cId="2378586273" sldId="2147483771"/>
          </pc:sldLayoutMkLst>
        </pc:sldLayoutChg>
      </pc:sldMasterChg>
    </pc:docChg>
  </pc:docChgLst>
  <pc:docChgLst>
    <pc:chgData name="Keller Ronny (ROK)" userId="8cec358c-0466-4c97-876e-9174fbd2889a" providerId="ADAL" clId="{E9F580EA-BD36-43AD-B31F-984455E95B3B}"/>
    <pc:docChg chg="undo custSel addSld delSld modSld modSection">
      <pc:chgData name="Keller Ronny (ROK)" userId="8cec358c-0466-4c97-876e-9174fbd2889a" providerId="ADAL" clId="{E9F580EA-BD36-43AD-B31F-984455E95B3B}" dt="2025-01-21T17:14:37.056" v="13" actId="13926"/>
      <pc:docMkLst>
        <pc:docMk/>
      </pc:docMkLst>
      <pc:sldChg chg="modSp mod">
        <pc:chgData name="Keller Ronny (ROK)" userId="8cec358c-0466-4c97-876e-9174fbd2889a" providerId="ADAL" clId="{E9F580EA-BD36-43AD-B31F-984455E95B3B}" dt="2025-01-21T17:14:37.056" v="13" actId="13926"/>
        <pc:sldMkLst>
          <pc:docMk/>
          <pc:sldMk cId="3246385698" sldId="2146848207"/>
        </pc:sldMkLst>
      </pc:sldChg>
      <pc:sldChg chg="del">
        <pc:chgData name="Keller Ronny (ROK)" userId="8cec358c-0466-4c97-876e-9174fbd2889a" providerId="ADAL" clId="{E9F580EA-BD36-43AD-B31F-984455E95B3B}" dt="2025-01-21T17:14:03.639" v="8" actId="47"/>
        <pc:sldMkLst>
          <pc:docMk/>
          <pc:sldMk cId="2593030575" sldId="2146848273"/>
        </pc:sldMkLst>
      </pc:sldChg>
      <pc:sldChg chg="modSp mod">
        <pc:chgData name="Keller Ronny (ROK)" userId="8cec358c-0466-4c97-876e-9174fbd2889a" providerId="ADAL" clId="{E9F580EA-BD36-43AD-B31F-984455E95B3B}" dt="2025-01-20T12:15:13.731" v="1" actId="688"/>
        <pc:sldMkLst>
          <pc:docMk/>
          <pc:sldMk cId="3330082543" sldId="2146848386"/>
        </pc:sldMkLst>
      </pc:sldChg>
      <pc:sldChg chg="addSp delSp modSp add mod delAnim modAnim">
        <pc:chgData name="Keller Ronny (ROK)" userId="8cec358c-0466-4c97-876e-9174fbd2889a" providerId="ADAL" clId="{E9F580EA-BD36-43AD-B31F-984455E95B3B}" dt="2025-01-21T17:13:59.158" v="7" actId="1076"/>
        <pc:sldMkLst>
          <pc:docMk/>
          <pc:sldMk cId="336663827" sldId="2146848396"/>
        </pc:sldMkLst>
      </pc:sldChg>
    </pc:docChg>
  </pc:docChgLst>
  <pc:docChgLst>
    <pc:chgData name="Bortolami Michela (MB6)" userId="b9b4988a-1b52-4db9-a170-901e45254828" providerId="ADAL" clId="{AAF0AD17-7C50-4864-B45A-B679EC0DEC1D}"/>
    <pc:docChg chg="undo custSel addSld delSld modSld modSection">
      <pc:chgData name="Bortolami Michela (MB6)" userId="b9b4988a-1b52-4db9-a170-901e45254828" providerId="ADAL" clId="{AAF0AD17-7C50-4864-B45A-B679EC0DEC1D}" dt="2025-03-18T10:46:00.757" v="22" actId="20577"/>
      <pc:docMkLst>
        <pc:docMk/>
      </pc:docMkLst>
      <pc:sldChg chg="modSp">
        <pc:chgData name="Bortolami Michela (MB6)" userId="b9b4988a-1b52-4db9-a170-901e45254828" providerId="ADAL" clId="{AAF0AD17-7C50-4864-B45A-B679EC0DEC1D}" dt="2025-03-17T08:36:54.705" v="17" actId="20577"/>
        <pc:sldMkLst>
          <pc:docMk/>
          <pc:sldMk cId="1694259446" sldId="1057"/>
        </pc:sldMkLst>
      </pc:sldChg>
      <pc:sldChg chg="modSp add del mod">
        <pc:chgData name="Bortolami Michela (MB6)" userId="b9b4988a-1b52-4db9-a170-901e45254828" providerId="ADAL" clId="{AAF0AD17-7C50-4864-B45A-B679EC0DEC1D}" dt="2025-03-18T10:46:00.757" v="22" actId="20577"/>
        <pc:sldMkLst>
          <pc:docMk/>
          <pc:sldMk cId="3727720275" sldId="2146848291"/>
        </pc:sldMkLst>
      </pc:sldChg>
    </pc:docChg>
  </pc:docChgLst>
  <pc:docChgLst>
    <pc:chgData name="Linder Vanessa (L5V)" userId="91dfc1f3-d66c-434d-9553-86c56895b2ee" providerId="ADAL" clId="{18575C48-299F-4C5D-85D1-66756EEA215B}"/>
    <pc:docChg chg="undo custSel modSld">
      <pc:chgData name="Linder Vanessa (L5V)" userId="91dfc1f3-d66c-434d-9553-86c56895b2ee" providerId="ADAL" clId="{18575C48-299F-4C5D-85D1-66756EEA215B}" dt="2025-10-21T07:07:27.505" v="12" actId="167"/>
      <pc:docMkLst>
        <pc:docMk/>
      </pc:docMkLst>
      <pc:sldChg chg="addSp delSp modSp mod">
        <pc:chgData name="Linder Vanessa (L5V)" userId="91dfc1f3-d66c-434d-9553-86c56895b2ee" providerId="ADAL" clId="{18575C48-299F-4C5D-85D1-66756EEA215B}" dt="2025-10-21T07:06:52.567" v="9" actId="207"/>
        <pc:sldMkLst>
          <pc:docMk/>
          <pc:sldMk cId="2898509101" sldId="2146848240"/>
        </pc:sldMkLst>
        <pc:spChg chg="add mod">
          <ac:chgData name="Linder Vanessa (L5V)" userId="91dfc1f3-d66c-434d-9553-86c56895b2ee" providerId="ADAL" clId="{18575C48-299F-4C5D-85D1-66756EEA215B}" dt="2025-10-21T07:06:52.567" v="9" actId="207"/>
          <ac:spMkLst>
            <pc:docMk/>
            <pc:sldMk cId="2898509101" sldId="2146848240"/>
            <ac:spMk id="4" creationId="{97C2F0EE-E942-7134-9AEB-855BA5E656F1}"/>
          </ac:spMkLst>
        </pc:spChg>
        <pc:grpChg chg="add mod ord">
          <ac:chgData name="Linder Vanessa (L5V)" userId="91dfc1f3-d66c-434d-9553-86c56895b2ee" providerId="ADAL" clId="{18575C48-299F-4C5D-85D1-66756EEA215B}" dt="2025-10-21T07:06:36.391" v="7" actId="167"/>
          <ac:grpSpMkLst>
            <pc:docMk/>
            <pc:sldMk cId="2898509101" sldId="2146848240"/>
            <ac:grpSpMk id="5" creationId="{74052CF5-84F0-084B-905E-5DE4FC587266}"/>
          </ac:grpSpMkLst>
        </pc:grpChg>
        <pc:picChg chg="add mod">
          <ac:chgData name="Linder Vanessa (L5V)" userId="91dfc1f3-d66c-434d-9553-86c56895b2ee" providerId="ADAL" clId="{18575C48-299F-4C5D-85D1-66756EEA215B}" dt="2025-10-21T07:06:23.728" v="5" actId="164"/>
          <ac:picMkLst>
            <pc:docMk/>
            <pc:sldMk cId="2898509101" sldId="2146848240"/>
            <ac:picMk id="2" creationId="{2295C661-C1E5-9BE5-9DE2-03E69D3B9793}"/>
          </ac:picMkLst>
        </pc:picChg>
        <pc:picChg chg="del">
          <ac:chgData name="Linder Vanessa (L5V)" userId="91dfc1f3-d66c-434d-9553-86c56895b2ee" providerId="ADAL" clId="{18575C48-299F-4C5D-85D1-66756EEA215B}" dt="2025-10-21T07:06:40.074" v="8" actId="478"/>
          <ac:picMkLst>
            <pc:docMk/>
            <pc:sldMk cId="2898509101" sldId="2146848240"/>
            <ac:picMk id="7" creationId="{580740E4-BAA9-0A0E-FA43-C20EAB3A5E96}"/>
          </ac:picMkLst>
        </pc:picChg>
      </pc:sldChg>
      <pc:sldChg chg="addSp delSp modSp mod">
        <pc:chgData name="Linder Vanessa (L5V)" userId="91dfc1f3-d66c-434d-9553-86c56895b2ee" providerId="ADAL" clId="{18575C48-299F-4C5D-85D1-66756EEA215B}" dt="2025-10-21T07:07:27.505" v="12" actId="167"/>
        <pc:sldMkLst>
          <pc:docMk/>
          <pc:sldMk cId="505765358" sldId="2146848244"/>
        </pc:sldMkLst>
        <pc:spChg chg="mod">
          <ac:chgData name="Linder Vanessa (L5V)" userId="91dfc1f3-d66c-434d-9553-86c56895b2ee" providerId="ADAL" clId="{18575C48-299F-4C5D-85D1-66756EEA215B}" dt="2025-10-21T07:07:21.907" v="11"/>
          <ac:spMkLst>
            <pc:docMk/>
            <pc:sldMk cId="505765358" sldId="2146848244"/>
            <ac:spMk id="5" creationId="{2826C48B-DDF1-0712-BA95-C27F00719AC7}"/>
          </ac:spMkLst>
        </pc:spChg>
        <pc:grpChg chg="add mod ord">
          <ac:chgData name="Linder Vanessa (L5V)" userId="91dfc1f3-d66c-434d-9553-86c56895b2ee" providerId="ADAL" clId="{18575C48-299F-4C5D-85D1-66756EEA215B}" dt="2025-10-21T07:07:27.505" v="12" actId="167"/>
          <ac:grpSpMkLst>
            <pc:docMk/>
            <pc:sldMk cId="505765358" sldId="2146848244"/>
            <ac:grpSpMk id="2" creationId="{574220AD-CBA0-F04A-BF09-EFF9AA8C5EA6}"/>
          </ac:grpSpMkLst>
        </pc:grpChg>
        <pc:picChg chg="mod">
          <ac:chgData name="Linder Vanessa (L5V)" userId="91dfc1f3-d66c-434d-9553-86c56895b2ee" providerId="ADAL" clId="{18575C48-299F-4C5D-85D1-66756EEA215B}" dt="2025-10-21T07:07:21.907" v="11"/>
          <ac:picMkLst>
            <pc:docMk/>
            <pc:sldMk cId="505765358" sldId="2146848244"/>
            <ac:picMk id="4" creationId="{89628EF7-2DCD-8CE4-AF25-AA982E52F3BE}"/>
          </ac:picMkLst>
        </pc:picChg>
        <pc:picChg chg="del">
          <ac:chgData name="Linder Vanessa (L5V)" userId="91dfc1f3-d66c-434d-9553-86c56895b2ee" providerId="ADAL" clId="{18575C48-299F-4C5D-85D1-66756EEA215B}" dt="2025-10-21T07:07:20.346" v="10" actId="478"/>
          <ac:picMkLst>
            <pc:docMk/>
            <pc:sldMk cId="505765358" sldId="2146848244"/>
            <ac:picMk id="7" creationId="{580740E4-BAA9-0A0E-FA43-C20EAB3A5E96}"/>
          </ac:picMkLst>
        </pc:picChg>
      </pc:sldChg>
    </pc:docChg>
  </pc:docChgLst>
  <pc:docChgLst>
    <pc:chgData name="Keller Ronny (ROK)" userId="8cec358c-0466-4c97-876e-9174fbd2889a" providerId="ADAL" clId="{99CE970B-2362-416B-8D4F-235584E35DF9}"/>
    <pc:docChg chg="undo redo custSel addSld delSld modSld sldOrd addSection delSection modSection">
      <pc:chgData name="Keller Ronny (ROK)" userId="8cec358c-0466-4c97-876e-9174fbd2889a" providerId="ADAL" clId="{99CE970B-2362-416B-8D4F-235584E35DF9}" dt="2024-12-19T15:03:13.940" v="21735" actId="6549"/>
      <pc:docMkLst>
        <pc:docMk/>
      </pc:docMkLst>
      <pc:sldChg chg="modSp mod">
        <pc:chgData name="Keller Ronny (ROK)" userId="8cec358c-0466-4c97-876e-9174fbd2889a" providerId="ADAL" clId="{99CE970B-2362-416B-8D4F-235584E35DF9}" dt="2024-12-19T11:45:37.451" v="19825" actId="20577"/>
        <pc:sldMkLst>
          <pc:docMk/>
          <pc:sldMk cId="3829557493" sldId="257"/>
        </pc:sldMkLst>
      </pc:sldChg>
      <pc:sldChg chg="modNotesTx">
        <pc:chgData name="Keller Ronny (ROK)" userId="8cec358c-0466-4c97-876e-9174fbd2889a" providerId="ADAL" clId="{99CE970B-2362-416B-8D4F-235584E35DF9}" dt="2024-12-17T14:23:38.308" v="4316" actId="20577"/>
        <pc:sldMkLst>
          <pc:docMk/>
          <pc:sldMk cId="2018733818" sldId="260"/>
        </pc:sldMkLst>
      </pc:sldChg>
      <pc:sldChg chg="modNotesTx">
        <pc:chgData name="Keller Ronny (ROK)" userId="8cec358c-0466-4c97-876e-9174fbd2889a" providerId="ADAL" clId="{99CE970B-2362-416B-8D4F-235584E35DF9}" dt="2024-12-18T08:59:54.437" v="10254" actId="20577"/>
        <pc:sldMkLst>
          <pc:docMk/>
          <pc:sldMk cId="2664963460" sldId="262"/>
        </pc:sldMkLst>
      </pc:sldChg>
      <pc:sldChg chg="addSp modSp add mod modShow modNotesTx">
        <pc:chgData name="Keller Ronny (ROK)" userId="8cec358c-0466-4c97-876e-9174fbd2889a" providerId="ADAL" clId="{99CE970B-2362-416B-8D4F-235584E35DF9}" dt="2024-12-18T08:36:51.477" v="9621" actId="20577"/>
        <pc:sldMkLst>
          <pc:docMk/>
          <pc:sldMk cId="1123898257" sldId="268"/>
        </pc:sldMkLst>
      </pc:sldChg>
      <pc:sldChg chg="modNotesTx">
        <pc:chgData name="Keller Ronny (ROK)" userId="8cec358c-0466-4c97-876e-9174fbd2889a" providerId="ADAL" clId="{99CE970B-2362-416B-8D4F-235584E35DF9}" dt="2024-12-17T14:50:07.165" v="4441" actId="20577"/>
        <pc:sldMkLst>
          <pc:docMk/>
          <pc:sldMk cId="415045431" sldId="278"/>
        </pc:sldMkLst>
      </pc:sldChg>
      <pc:sldChg chg="modNotesTx">
        <pc:chgData name="Keller Ronny (ROK)" userId="8cec358c-0466-4c97-876e-9174fbd2889a" providerId="ADAL" clId="{99CE970B-2362-416B-8D4F-235584E35DF9}" dt="2024-12-18T14:09:45.960" v="14506" actId="6549"/>
        <pc:sldMkLst>
          <pc:docMk/>
          <pc:sldMk cId="640972351" sldId="297"/>
        </pc:sldMkLst>
      </pc:sldChg>
      <pc:sldChg chg="modNotesTx">
        <pc:chgData name="Keller Ronny (ROK)" userId="8cec358c-0466-4c97-876e-9174fbd2889a" providerId="ADAL" clId="{99CE970B-2362-416B-8D4F-235584E35DF9}" dt="2024-12-18T14:09:53.936" v="14507" actId="6549"/>
        <pc:sldMkLst>
          <pc:docMk/>
          <pc:sldMk cId="3392320687" sldId="298"/>
        </pc:sldMkLst>
      </pc:sldChg>
      <pc:sldChg chg="modNotesTx">
        <pc:chgData name="Keller Ronny (ROK)" userId="8cec358c-0466-4c97-876e-9174fbd2889a" providerId="ADAL" clId="{99CE970B-2362-416B-8D4F-235584E35DF9}" dt="2024-12-18T14:20:07.408" v="14679" actId="20577"/>
        <pc:sldMkLst>
          <pc:docMk/>
          <pc:sldMk cId="1670639571" sldId="300"/>
        </pc:sldMkLst>
      </pc:sldChg>
      <pc:sldChg chg="modNotesTx">
        <pc:chgData name="Keller Ronny (ROK)" userId="8cec358c-0466-4c97-876e-9174fbd2889a" providerId="ADAL" clId="{99CE970B-2362-416B-8D4F-235584E35DF9}" dt="2024-12-18T14:22:26.472" v="14700" actId="20577"/>
        <pc:sldMkLst>
          <pc:docMk/>
          <pc:sldMk cId="4051823058" sldId="301"/>
        </pc:sldMkLst>
      </pc:sldChg>
      <pc:sldChg chg="modNotesTx">
        <pc:chgData name="Keller Ronny (ROK)" userId="8cec358c-0466-4c97-876e-9174fbd2889a" providerId="ADAL" clId="{99CE970B-2362-416B-8D4F-235584E35DF9}" dt="2024-12-19T09:15:03.323" v="18060" actId="20577"/>
        <pc:sldMkLst>
          <pc:docMk/>
          <pc:sldMk cId="3639020812" sldId="312"/>
        </pc:sldMkLst>
      </pc:sldChg>
      <pc:sldChg chg="modNotesTx">
        <pc:chgData name="Keller Ronny (ROK)" userId="8cec358c-0466-4c97-876e-9174fbd2889a" providerId="ADAL" clId="{99CE970B-2362-416B-8D4F-235584E35DF9}" dt="2024-12-17T16:55:04.536" v="8481" actId="20577"/>
        <pc:sldMkLst>
          <pc:docMk/>
          <pc:sldMk cId="3044709794" sldId="317"/>
        </pc:sldMkLst>
      </pc:sldChg>
      <pc:sldChg chg="modNotesTx">
        <pc:chgData name="Keller Ronny (ROK)" userId="8cec358c-0466-4c97-876e-9174fbd2889a" providerId="ADAL" clId="{99CE970B-2362-416B-8D4F-235584E35DF9}" dt="2024-12-19T14:34:16.315" v="21229" actId="20577"/>
        <pc:sldMkLst>
          <pc:docMk/>
          <pc:sldMk cId="172177465" sldId="320"/>
        </pc:sldMkLst>
      </pc:sldChg>
      <pc:sldChg chg="modNotesTx">
        <pc:chgData name="Keller Ronny (ROK)" userId="8cec358c-0466-4c97-876e-9174fbd2889a" providerId="ADAL" clId="{99CE970B-2362-416B-8D4F-235584E35DF9}" dt="2024-12-18T10:30:16.876" v="12312" actId="20577"/>
        <pc:sldMkLst>
          <pc:docMk/>
          <pc:sldMk cId="1535237478" sldId="326"/>
        </pc:sldMkLst>
      </pc:sldChg>
      <pc:sldChg chg="modNotesTx">
        <pc:chgData name="Keller Ronny (ROK)" userId="8cec358c-0466-4c97-876e-9174fbd2889a" providerId="ADAL" clId="{99CE970B-2362-416B-8D4F-235584E35DF9}" dt="2024-12-18T10:23:22.918" v="12235" actId="20577"/>
        <pc:sldMkLst>
          <pc:docMk/>
          <pc:sldMk cId="4142736501" sldId="329"/>
        </pc:sldMkLst>
      </pc:sldChg>
      <pc:sldChg chg="modNotesTx">
        <pc:chgData name="Keller Ronny (ROK)" userId="8cec358c-0466-4c97-876e-9174fbd2889a" providerId="ADAL" clId="{99CE970B-2362-416B-8D4F-235584E35DF9}" dt="2024-12-18T10:25:01.610" v="12255" actId="20577"/>
        <pc:sldMkLst>
          <pc:docMk/>
          <pc:sldMk cId="1358968621" sldId="336"/>
        </pc:sldMkLst>
      </pc:sldChg>
      <pc:sldChg chg="modNotesTx">
        <pc:chgData name="Keller Ronny (ROK)" userId="8cec358c-0466-4c97-876e-9174fbd2889a" providerId="ADAL" clId="{99CE970B-2362-416B-8D4F-235584E35DF9}" dt="2024-12-19T10:10:24.836" v="18832" actId="20577"/>
        <pc:sldMkLst>
          <pc:docMk/>
          <pc:sldMk cId="1126847237" sldId="345"/>
        </pc:sldMkLst>
      </pc:sldChg>
      <pc:sldChg chg="addSp delSp modSp add mod modShow">
        <pc:chgData name="Keller Ronny (ROK)" userId="8cec358c-0466-4c97-876e-9174fbd2889a" providerId="ADAL" clId="{99CE970B-2362-416B-8D4F-235584E35DF9}" dt="2024-12-19T12:57:44.581" v="21155" actId="478"/>
        <pc:sldMkLst>
          <pc:docMk/>
          <pc:sldMk cId="1454607499" sldId="346"/>
        </pc:sldMkLst>
      </pc:sldChg>
      <pc:sldChg chg="del">
        <pc:chgData name="Keller Ronny (ROK)" userId="8cec358c-0466-4c97-876e-9174fbd2889a" providerId="ADAL" clId="{99CE970B-2362-416B-8D4F-235584E35DF9}" dt="2024-12-11T16:48:28.194" v="1390" actId="2696"/>
        <pc:sldMkLst>
          <pc:docMk/>
          <pc:sldMk cId="1712596217" sldId="346"/>
        </pc:sldMkLst>
      </pc:sldChg>
      <pc:sldChg chg="modNotesTx">
        <pc:chgData name="Keller Ronny (ROK)" userId="8cec358c-0466-4c97-876e-9174fbd2889a" providerId="ADAL" clId="{99CE970B-2362-416B-8D4F-235584E35DF9}" dt="2024-12-19T10:11:21.710" v="18869" actId="20577"/>
        <pc:sldMkLst>
          <pc:docMk/>
          <pc:sldMk cId="331528287" sldId="352"/>
        </pc:sldMkLst>
      </pc:sldChg>
      <pc:sldChg chg="modNotesTx">
        <pc:chgData name="Keller Ronny (ROK)" userId="8cec358c-0466-4c97-876e-9174fbd2889a" providerId="ADAL" clId="{99CE970B-2362-416B-8D4F-235584E35DF9}" dt="2024-12-19T15:02:09.808" v="21709" actId="6549"/>
        <pc:sldMkLst>
          <pc:docMk/>
          <pc:sldMk cId="4237320045" sldId="353"/>
        </pc:sldMkLst>
      </pc:sldChg>
      <pc:sldChg chg="modNotesTx">
        <pc:chgData name="Keller Ronny (ROK)" userId="8cec358c-0466-4c97-876e-9174fbd2889a" providerId="ADAL" clId="{99CE970B-2362-416B-8D4F-235584E35DF9}" dt="2024-12-19T12:47:07.563" v="21081" actId="20577"/>
        <pc:sldMkLst>
          <pc:docMk/>
          <pc:sldMk cId="2411623202" sldId="354"/>
        </pc:sldMkLst>
      </pc:sldChg>
      <pc:sldChg chg="modNotesTx">
        <pc:chgData name="Keller Ronny (ROK)" userId="8cec358c-0466-4c97-876e-9174fbd2889a" providerId="ADAL" clId="{99CE970B-2362-416B-8D4F-235584E35DF9}" dt="2024-12-19T13:25:43.565" v="21163" actId="6549"/>
        <pc:sldMkLst>
          <pc:docMk/>
          <pc:sldMk cId="774601034" sldId="358"/>
        </pc:sldMkLst>
      </pc:sldChg>
      <pc:sldChg chg="modNotesTx">
        <pc:chgData name="Keller Ronny (ROK)" userId="8cec358c-0466-4c97-876e-9174fbd2889a" providerId="ADAL" clId="{99CE970B-2362-416B-8D4F-235584E35DF9}" dt="2024-12-18T14:08:52.842" v="14503" actId="313"/>
        <pc:sldMkLst>
          <pc:docMk/>
          <pc:sldMk cId="3560785379" sldId="364"/>
        </pc:sldMkLst>
      </pc:sldChg>
      <pc:sldChg chg="modNotesTx">
        <pc:chgData name="Keller Ronny (ROK)" userId="8cec358c-0466-4c97-876e-9174fbd2889a" providerId="ADAL" clId="{99CE970B-2362-416B-8D4F-235584E35DF9}" dt="2024-12-19T12:23:44.894" v="20576" actId="20577"/>
        <pc:sldMkLst>
          <pc:docMk/>
          <pc:sldMk cId="101751636" sldId="375"/>
        </pc:sldMkLst>
      </pc:sldChg>
      <pc:sldChg chg="modNotesTx">
        <pc:chgData name="Keller Ronny (ROK)" userId="8cec358c-0466-4c97-876e-9174fbd2889a" providerId="ADAL" clId="{99CE970B-2362-416B-8D4F-235584E35DF9}" dt="2024-12-19T14:37:53.134" v="21263" actId="6549"/>
        <pc:sldMkLst>
          <pc:docMk/>
          <pc:sldMk cId="1397434744" sldId="390"/>
        </pc:sldMkLst>
      </pc:sldChg>
      <pc:sldChg chg="modSp mod ord modNotesTx">
        <pc:chgData name="Keller Ronny (ROK)" userId="8cec358c-0466-4c97-876e-9174fbd2889a" providerId="ADAL" clId="{99CE970B-2362-416B-8D4F-235584E35DF9}" dt="2024-12-19T14:46:28.801" v="21424" actId="20577"/>
        <pc:sldMkLst>
          <pc:docMk/>
          <pc:sldMk cId="2595453034" sldId="397"/>
        </pc:sldMkLst>
      </pc:sldChg>
      <pc:sldChg chg="setBg modNotesTx">
        <pc:chgData name="Keller Ronny (ROK)" userId="8cec358c-0466-4c97-876e-9174fbd2889a" providerId="ADAL" clId="{99CE970B-2362-416B-8D4F-235584E35DF9}" dt="2024-12-19T10:43:48.129" v="19750"/>
        <pc:sldMkLst>
          <pc:docMk/>
          <pc:sldMk cId="3158016105" sldId="449"/>
        </pc:sldMkLst>
      </pc:sldChg>
      <pc:sldChg chg="modSp mod modShow">
        <pc:chgData name="Keller Ronny (ROK)" userId="8cec358c-0466-4c97-876e-9174fbd2889a" providerId="ADAL" clId="{99CE970B-2362-416B-8D4F-235584E35DF9}" dt="2024-12-19T12:56:38.471" v="21152" actId="732"/>
        <pc:sldMkLst>
          <pc:docMk/>
          <pc:sldMk cId="43858700" sldId="450"/>
        </pc:sldMkLst>
      </pc:sldChg>
      <pc:sldChg chg="modNotesTx">
        <pc:chgData name="Keller Ronny (ROK)" userId="8cec358c-0466-4c97-876e-9174fbd2889a" providerId="ADAL" clId="{99CE970B-2362-416B-8D4F-235584E35DF9}" dt="2024-12-18T14:42:16.552" v="14906" actId="20577"/>
        <pc:sldMkLst>
          <pc:docMk/>
          <pc:sldMk cId="4108533058" sldId="458"/>
        </pc:sldMkLst>
      </pc:sldChg>
      <pc:sldChg chg="addSp modSp">
        <pc:chgData name="Keller Ronny (ROK)" userId="8cec358c-0466-4c97-876e-9174fbd2889a" providerId="ADAL" clId="{99CE970B-2362-416B-8D4F-235584E35DF9}" dt="2024-12-19T11:46:39.163" v="19826"/>
        <pc:sldMkLst>
          <pc:docMk/>
          <pc:sldMk cId="1700657751" sldId="673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8T15:24:24.916" v="15519" actId="20577"/>
        <pc:sldMkLst>
          <pc:docMk/>
          <pc:sldMk cId="1694259446" sldId="1057"/>
        </pc:sldMkLst>
      </pc:sldChg>
      <pc:sldChg chg="modNotesTx">
        <pc:chgData name="Keller Ronny (ROK)" userId="8cec358c-0466-4c97-876e-9174fbd2889a" providerId="ADAL" clId="{99CE970B-2362-416B-8D4F-235584E35DF9}" dt="2024-12-18T15:21:48.087" v="15463" actId="20577"/>
        <pc:sldMkLst>
          <pc:docMk/>
          <pc:sldMk cId="872891917" sldId="3844"/>
        </pc:sldMkLst>
      </pc:sldChg>
      <pc:sldChg chg="modNotesTx">
        <pc:chgData name="Keller Ronny (ROK)" userId="8cec358c-0466-4c97-876e-9174fbd2889a" providerId="ADAL" clId="{99CE970B-2362-416B-8D4F-235584E35DF9}" dt="2024-12-19T08:38:13.924" v="16865" actId="20577"/>
        <pc:sldMkLst>
          <pc:docMk/>
          <pc:sldMk cId="924578515" sldId="4555"/>
        </pc:sldMkLst>
      </pc:sldChg>
      <pc:sldChg chg="modNotesTx">
        <pc:chgData name="Keller Ronny (ROK)" userId="8cec358c-0466-4c97-876e-9174fbd2889a" providerId="ADAL" clId="{99CE970B-2362-416B-8D4F-235584E35DF9}" dt="2024-12-19T14:33:34.569" v="21223" actId="6549"/>
        <pc:sldMkLst>
          <pc:docMk/>
          <pc:sldMk cId="1419656728" sldId="4558"/>
        </pc:sldMkLst>
      </pc:sldChg>
      <pc:sldChg chg="modNotesTx">
        <pc:chgData name="Keller Ronny (ROK)" userId="8cec358c-0466-4c97-876e-9174fbd2889a" providerId="ADAL" clId="{99CE970B-2362-416B-8D4F-235584E35DF9}" dt="2024-12-18T08:26:27.630" v="9518" actId="20577"/>
        <pc:sldMkLst>
          <pc:docMk/>
          <pc:sldMk cId="2216772610" sldId="4906"/>
        </pc:sldMkLst>
      </pc:sldChg>
      <pc:sldChg chg="ord modNotesTx">
        <pc:chgData name="Keller Ronny (ROK)" userId="8cec358c-0466-4c97-876e-9174fbd2889a" providerId="ADAL" clId="{99CE970B-2362-416B-8D4F-235584E35DF9}" dt="2024-12-19T07:35:57.290" v="16663" actId="20577"/>
        <pc:sldMkLst>
          <pc:docMk/>
          <pc:sldMk cId="4101066509" sldId="4998"/>
        </pc:sldMkLst>
      </pc:sldChg>
      <pc:sldChg chg="addSp modSp del mod ord modNotesTx">
        <pc:chgData name="Keller Ronny (ROK)" userId="8cec358c-0466-4c97-876e-9174fbd2889a" providerId="ADAL" clId="{99CE970B-2362-416B-8D4F-235584E35DF9}" dt="2024-12-18T08:58:00.557" v="10098" actId="47"/>
        <pc:sldMkLst>
          <pc:docMk/>
          <pc:sldMk cId="1745496339" sldId="5080"/>
        </pc:sldMkLst>
      </pc:sldChg>
      <pc:sldChg chg="addSp modSp">
        <pc:chgData name="Keller Ronny (ROK)" userId="8cec358c-0466-4c97-876e-9174fbd2889a" providerId="ADAL" clId="{99CE970B-2362-416B-8D4F-235584E35DF9}" dt="2024-12-11T16:02:59.022" v="885"/>
        <pc:sldMkLst>
          <pc:docMk/>
          <pc:sldMk cId="1612389406" sldId="5081"/>
        </pc:sldMkLst>
      </pc:sldChg>
      <pc:sldChg chg="addSp delSp modSp mod modNotesTx">
        <pc:chgData name="Keller Ronny (ROK)" userId="8cec358c-0466-4c97-876e-9174fbd2889a" providerId="ADAL" clId="{99CE970B-2362-416B-8D4F-235584E35DF9}" dt="2024-12-18T09:45:11.814" v="11047" actId="20577"/>
        <pc:sldMkLst>
          <pc:docMk/>
          <pc:sldMk cId="2544069796" sldId="5087"/>
        </pc:sldMkLst>
      </pc:sldChg>
      <pc:sldChg chg="modNotesTx">
        <pc:chgData name="Keller Ronny (ROK)" userId="8cec358c-0466-4c97-876e-9174fbd2889a" providerId="ADAL" clId="{99CE970B-2362-416B-8D4F-235584E35DF9}" dt="2024-12-18T14:11:08.784" v="14638" actId="20577"/>
        <pc:sldMkLst>
          <pc:docMk/>
          <pc:sldMk cId="1874289417" sldId="5109"/>
        </pc:sldMkLst>
      </pc:sldChg>
      <pc:sldChg chg="delSp mod modNotesTx">
        <pc:chgData name="Keller Ronny (ROK)" userId="8cec358c-0466-4c97-876e-9174fbd2889a" providerId="ADAL" clId="{99CE970B-2362-416B-8D4F-235584E35DF9}" dt="2024-12-17T16:07:36.841" v="6796" actId="20577"/>
        <pc:sldMkLst>
          <pc:docMk/>
          <pc:sldMk cId="3963552148" sldId="5256"/>
        </pc:sldMkLst>
      </pc:sldChg>
      <pc:sldChg chg="modNotesTx">
        <pc:chgData name="Keller Ronny (ROK)" userId="8cec358c-0466-4c97-876e-9174fbd2889a" providerId="ADAL" clId="{99CE970B-2362-416B-8D4F-235584E35DF9}" dt="2024-12-17T15:43:20.143" v="6515"/>
        <pc:sldMkLst>
          <pc:docMk/>
          <pc:sldMk cId="2412619046" sldId="5258"/>
        </pc:sldMkLst>
      </pc:sldChg>
      <pc:sldChg chg="modNotesTx">
        <pc:chgData name="Keller Ronny (ROK)" userId="8cec358c-0466-4c97-876e-9174fbd2889a" providerId="ADAL" clId="{99CE970B-2362-416B-8D4F-235584E35DF9}" dt="2024-12-18T15:17:40.501" v="15292" actId="20577"/>
        <pc:sldMkLst>
          <pc:docMk/>
          <pc:sldMk cId="2906890877" sldId="5259"/>
        </pc:sldMkLst>
      </pc:sldChg>
      <pc:sldChg chg="delSp mod ord">
        <pc:chgData name="Keller Ronny (ROK)" userId="8cec358c-0466-4c97-876e-9174fbd2889a" providerId="ADAL" clId="{99CE970B-2362-416B-8D4F-235584E35DF9}" dt="2024-12-19T07:27:06.031" v="16585" actId="478"/>
        <pc:sldMkLst>
          <pc:docMk/>
          <pc:sldMk cId="1408252367" sldId="5261"/>
        </pc:sldMkLst>
      </pc:sldChg>
      <pc:sldChg chg="modNotesTx">
        <pc:chgData name="Keller Ronny (ROK)" userId="8cec358c-0466-4c97-876e-9174fbd2889a" providerId="ADAL" clId="{99CE970B-2362-416B-8D4F-235584E35DF9}" dt="2024-12-19T08:28:00.353" v="16723" actId="6549"/>
        <pc:sldMkLst>
          <pc:docMk/>
          <pc:sldMk cId="3576286912" sldId="5267"/>
        </pc:sldMkLst>
      </pc:sldChg>
      <pc:sldChg chg="modNotesTx">
        <pc:chgData name="Keller Ronny (ROK)" userId="8cec358c-0466-4c97-876e-9174fbd2889a" providerId="ADAL" clId="{99CE970B-2362-416B-8D4F-235584E35DF9}" dt="2024-12-19T08:29:11.966" v="16742" actId="20577"/>
        <pc:sldMkLst>
          <pc:docMk/>
          <pc:sldMk cId="2734666290" sldId="5268"/>
        </pc:sldMkLst>
      </pc:sldChg>
      <pc:sldChg chg="modNotesTx">
        <pc:chgData name="Keller Ronny (ROK)" userId="8cec358c-0466-4c97-876e-9174fbd2889a" providerId="ADAL" clId="{99CE970B-2362-416B-8D4F-235584E35DF9}" dt="2024-12-19T08:40:21.421" v="16927" actId="20577"/>
        <pc:sldMkLst>
          <pc:docMk/>
          <pc:sldMk cId="2325188297" sldId="5272"/>
        </pc:sldMkLst>
      </pc:sldChg>
      <pc:sldChg chg="modNotesTx">
        <pc:chgData name="Keller Ronny (ROK)" userId="8cec358c-0466-4c97-876e-9174fbd2889a" providerId="ADAL" clId="{99CE970B-2362-416B-8D4F-235584E35DF9}" dt="2024-12-19T08:40:45.166" v="16935" actId="20577"/>
        <pc:sldMkLst>
          <pc:docMk/>
          <pc:sldMk cId="2960852623" sldId="5274"/>
        </pc:sldMkLst>
      </pc:sldChg>
      <pc:sldChg chg="modNotesTx">
        <pc:chgData name="Keller Ronny (ROK)" userId="8cec358c-0466-4c97-876e-9174fbd2889a" providerId="ADAL" clId="{99CE970B-2362-416B-8D4F-235584E35DF9}" dt="2024-12-17T16:27:19.658" v="8163" actId="113"/>
        <pc:sldMkLst>
          <pc:docMk/>
          <pc:sldMk cId="1346317856" sldId="5276"/>
        </pc:sldMkLst>
      </pc:sldChg>
      <pc:sldChg chg="modNotesTx">
        <pc:chgData name="Keller Ronny (ROK)" userId="8cec358c-0466-4c97-876e-9174fbd2889a" providerId="ADAL" clId="{99CE970B-2362-416B-8D4F-235584E35DF9}" dt="2024-12-19T08:48:13.710" v="17071" actId="20577"/>
        <pc:sldMkLst>
          <pc:docMk/>
          <pc:sldMk cId="1972872611" sldId="5277"/>
        </pc:sldMkLst>
      </pc:sldChg>
      <pc:sldChg chg="modNotesTx">
        <pc:chgData name="Keller Ronny (ROK)" userId="8cec358c-0466-4c97-876e-9174fbd2889a" providerId="ADAL" clId="{99CE970B-2362-416B-8D4F-235584E35DF9}" dt="2024-12-19T14:54:53.214" v="21479" actId="113"/>
        <pc:sldMkLst>
          <pc:docMk/>
          <pc:sldMk cId="399223229" sldId="5278"/>
        </pc:sldMkLst>
      </pc:sldChg>
      <pc:sldChg chg="modNotesTx">
        <pc:chgData name="Keller Ronny (ROK)" userId="8cec358c-0466-4c97-876e-9174fbd2889a" providerId="ADAL" clId="{99CE970B-2362-416B-8D4F-235584E35DF9}" dt="2024-12-18T09:18:09.688" v="10784" actId="20577"/>
        <pc:sldMkLst>
          <pc:docMk/>
          <pc:sldMk cId="3662815837" sldId="5279"/>
        </pc:sldMkLst>
      </pc:sldChg>
      <pc:sldChg chg="modSp mod">
        <pc:chgData name="Keller Ronny (ROK)" userId="8cec358c-0466-4c97-876e-9174fbd2889a" providerId="ADAL" clId="{99CE970B-2362-416B-8D4F-235584E35DF9}" dt="2024-12-18T09:32:29.829" v="11042" actId="20577"/>
        <pc:sldMkLst>
          <pc:docMk/>
          <pc:sldMk cId="3145260496" sldId="5280"/>
        </pc:sldMkLst>
      </pc:sldChg>
      <pc:sldChg chg="del">
        <pc:chgData name="Keller Ronny (ROK)" userId="8cec358c-0466-4c97-876e-9174fbd2889a" providerId="ADAL" clId="{99CE970B-2362-416B-8D4F-235584E35DF9}" dt="2024-12-19T09:31:24.942" v="18339" actId="47"/>
        <pc:sldMkLst>
          <pc:docMk/>
          <pc:sldMk cId="885207080" sldId="5310"/>
        </pc:sldMkLst>
      </pc:sldChg>
      <pc:sldChg chg="modNotesTx">
        <pc:chgData name="Keller Ronny (ROK)" userId="8cec358c-0466-4c97-876e-9174fbd2889a" providerId="ADAL" clId="{99CE970B-2362-416B-8D4F-235584E35DF9}" dt="2024-12-19T14:56:53.232" v="21580" actId="20577"/>
        <pc:sldMkLst>
          <pc:docMk/>
          <pc:sldMk cId="4092830834" sldId="5315"/>
        </pc:sldMkLst>
      </pc:sldChg>
      <pc:sldChg chg="modNotesTx">
        <pc:chgData name="Keller Ronny (ROK)" userId="8cec358c-0466-4c97-876e-9174fbd2889a" providerId="ADAL" clId="{99CE970B-2362-416B-8D4F-235584E35DF9}" dt="2024-12-17T16:58:02.948" v="8569" actId="113"/>
        <pc:sldMkLst>
          <pc:docMk/>
          <pc:sldMk cId="2145825149" sldId="5328"/>
        </pc:sldMkLst>
      </pc:sldChg>
      <pc:sldChg chg="modNotesTx">
        <pc:chgData name="Keller Ronny (ROK)" userId="8cec358c-0466-4c97-876e-9174fbd2889a" providerId="ADAL" clId="{99CE970B-2362-416B-8D4F-235584E35DF9}" dt="2024-12-19T10:26:23.320" v="19421" actId="20577"/>
        <pc:sldMkLst>
          <pc:docMk/>
          <pc:sldMk cId="1673397855" sldId="5329"/>
        </pc:sldMkLst>
      </pc:sldChg>
      <pc:sldChg chg="modNotesTx">
        <pc:chgData name="Keller Ronny (ROK)" userId="8cec358c-0466-4c97-876e-9174fbd2889a" providerId="ADAL" clId="{99CE970B-2362-416B-8D4F-235584E35DF9}" dt="2024-12-19T14:36:48.274" v="21262" actId="20577"/>
        <pc:sldMkLst>
          <pc:docMk/>
          <pc:sldMk cId="2880559716" sldId="5336"/>
        </pc:sldMkLst>
      </pc:sldChg>
      <pc:sldChg chg="delSp modSp mod delAnim modAnim modNotesTx">
        <pc:chgData name="Keller Ronny (ROK)" userId="8cec358c-0466-4c97-876e-9174fbd2889a" providerId="ADAL" clId="{99CE970B-2362-416B-8D4F-235584E35DF9}" dt="2024-12-19T10:32:29.798" v="19438" actId="478"/>
        <pc:sldMkLst>
          <pc:docMk/>
          <pc:sldMk cId="1202398455" sldId="5341"/>
        </pc:sldMkLst>
      </pc:sldChg>
      <pc:sldChg chg="modNotesTx">
        <pc:chgData name="Keller Ronny (ROK)" userId="8cec358c-0466-4c97-876e-9174fbd2889a" providerId="ADAL" clId="{99CE970B-2362-416B-8D4F-235584E35DF9}" dt="2024-12-19T14:58:35.729" v="21629" actId="113"/>
        <pc:sldMkLst>
          <pc:docMk/>
          <pc:sldMk cId="1686827552" sldId="5349"/>
        </pc:sldMkLst>
      </pc:sldChg>
      <pc:sldChg chg="delSp mod modNotesTx">
        <pc:chgData name="Keller Ronny (ROK)" userId="8cec358c-0466-4c97-876e-9174fbd2889a" providerId="ADAL" clId="{99CE970B-2362-416B-8D4F-235584E35DF9}" dt="2024-12-19T10:22:21.309" v="19249" actId="20577"/>
        <pc:sldMkLst>
          <pc:docMk/>
          <pc:sldMk cId="4084741883" sldId="5357"/>
        </pc:sldMkLst>
      </pc:sldChg>
      <pc:sldChg chg="modNotesTx">
        <pc:chgData name="Keller Ronny (ROK)" userId="8cec358c-0466-4c97-876e-9174fbd2889a" providerId="ADAL" clId="{99CE970B-2362-416B-8D4F-235584E35DF9}" dt="2024-12-19T15:00:02.885" v="21658" actId="20577"/>
        <pc:sldMkLst>
          <pc:docMk/>
          <pc:sldMk cId="4006259792" sldId="5375"/>
        </pc:sldMkLst>
      </pc:sldChg>
      <pc:sldChg chg="modNotesTx">
        <pc:chgData name="Keller Ronny (ROK)" userId="8cec358c-0466-4c97-876e-9174fbd2889a" providerId="ADAL" clId="{99CE970B-2362-416B-8D4F-235584E35DF9}" dt="2024-12-19T12:30:37.365" v="20622" actId="113"/>
        <pc:sldMkLst>
          <pc:docMk/>
          <pc:sldMk cId="3382574364" sldId="5378"/>
        </pc:sldMkLst>
      </pc:sldChg>
      <pc:sldChg chg="modNotesTx">
        <pc:chgData name="Keller Ronny (ROK)" userId="8cec358c-0466-4c97-876e-9174fbd2889a" providerId="ADAL" clId="{99CE970B-2362-416B-8D4F-235584E35DF9}" dt="2024-12-19T12:41:03.406" v="21021" actId="6549"/>
        <pc:sldMkLst>
          <pc:docMk/>
          <pc:sldMk cId="1332570794" sldId="5383"/>
        </pc:sldMkLst>
      </pc:sldChg>
      <pc:sldChg chg="modNotesTx">
        <pc:chgData name="Keller Ronny (ROK)" userId="8cec358c-0466-4c97-876e-9174fbd2889a" providerId="ADAL" clId="{99CE970B-2362-416B-8D4F-235584E35DF9}" dt="2024-12-17T17:15:18.425" v="9292" actId="6549"/>
        <pc:sldMkLst>
          <pc:docMk/>
          <pc:sldMk cId="3142754175" sldId="5388"/>
        </pc:sldMkLst>
      </pc:sldChg>
      <pc:sldChg chg="addSp delSp modSp mod modShow">
        <pc:chgData name="Keller Ronny (ROK)" userId="8cec358c-0466-4c97-876e-9174fbd2889a" providerId="ADAL" clId="{99CE970B-2362-416B-8D4F-235584E35DF9}" dt="2024-12-19T13:26:10.451" v="21165" actId="729"/>
        <pc:sldMkLst>
          <pc:docMk/>
          <pc:sldMk cId="3974329777" sldId="5393"/>
        </pc:sldMkLst>
      </pc:sldChg>
      <pc:sldChg chg="modNotesTx">
        <pc:chgData name="Keller Ronny (ROK)" userId="8cec358c-0466-4c97-876e-9174fbd2889a" providerId="ADAL" clId="{99CE970B-2362-416B-8D4F-235584E35DF9}" dt="2024-12-19T12:45:51.523" v="21079" actId="20577"/>
        <pc:sldMkLst>
          <pc:docMk/>
          <pc:sldMk cId="327933751" sldId="5396"/>
        </pc:sldMkLst>
      </pc:sldChg>
      <pc:sldChg chg="modNotesTx">
        <pc:chgData name="Keller Ronny (ROK)" userId="8cec358c-0466-4c97-876e-9174fbd2889a" providerId="ADAL" clId="{99CE970B-2362-416B-8D4F-235584E35DF9}" dt="2024-12-19T13:31:32.914" v="21209" actId="6549"/>
        <pc:sldMkLst>
          <pc:docMk/>
          <pc:sldMk cId="3567230511" sldId="5403"/>
        </pc:sldMkLst>
      </pc:sldChg>
      <pc:sldChg chg="mod modShow modNotesTx">
        <pc:chgData name="Keller Ronny (ROK)" userId="8cec358c-0466-4c97-876e-9174fbd2889a" providerId="ADAL" clId="{99CE970B-2362-416B-8D4F-235584E35DF9}" dt="2024-12-17T17:21:37.084" v="9419" actId="114"/>
        <pc:sldMkLst>
          <pc:docMk/>
          <pc:sldMk cId="781821443" sldId="5405"/>
        </pc:sldMkLst>
      </pc:sldChg>
      <pc:sldChg chg="modNotesTx">
        <pc:chgData name="Keller Ronny (ROK)" userId="8cec358c-0466-4c97-876e-9174fbd2889a" providerId="ADAL" clId="{99CE970B-2362-416B-8D4F-235584E35DF9}" dt="2024-12-17T17:22:01.199" v="9424" actId="113"/>
        <pc:sldMkLst>
          <pc:docMk/>
          <pc:sldMk cId="936621846" sldId="5406"/>
        </pc:sldMkLst>
      </pc:sldChg>
      <pc:sldChg chg="del">
        <pc:chgData name="Keller Ronny (ROK)" userId="8cec358c-0466-4c97-876e-9174fbd2889a" providerId="ADAL" clId="{99CE970B-2362-416B-8D4F-235584E35DF9}" dt="2024-12-11T16:58:10.595" v="1596" actId="47"/>
        <pc:sldMkLst>
          <pc:docMk/>
          <pc:sldMk cId="3752881494" sldId="5409"/>
        </pc:sldMkLst>
      </pc:sldChg>
      <pc:sldChg chg="modNotesTx">
        <pc:chgData name="Keller Ronny (ROK)" userId="8cec358c-0466-4c97-876e-9174fbd2889a" providerId="ADAL" clId="{99CE970B-2362-416B-8D4F-235584E35DF9}" dt="2024-12-17T14:46:42.210" v="4388"/>
        <pc:sldMkLst>
          <pc:docMk/>
          <pc:sldMk cId="1710274053" sldId="6001"/>
        </pc:sldMkLst>
      </pc:sldChg>
      <pc:sldChg chg="modSp mod ord">
        <pc:chgData name="Keller Ronny (ROK)" userId="8cec358c-0466-4c97-876e-9174fbd2889a" providerId="ADAL" clId="{99CE970B-2362-416B-8D4F-235584E35DF9}" dt="2024-12-11T16:09:54.257" v="930" actId="20577"/>
        <pc:sldMkLst>
          <pc:docMk/>
          <pc:sldMk cId="2460255614" sldId="6002"/>
        </pc:sldMkLst>
      </pc:sldChg>
      <pc:sldChg chg="addSp delSp modSp mod">
        <pc:chgData name="Keller Ronny (ROK)" userId="8cec358c-0466-4c97-876e-9174fbd2889a" providerId="ADAL" clId="{99CE970B-2362-416B-8D4F-235584E35DF9}" dt="2024-12-11T16:02:30.988" v="884" actId="14100"/>
        <pc:sldMkLst>
          <pc:docMk/>
          <pc:sldMk cId="4025143471" sldId="6004"/>
        </pc:sldMkLst>
      </pc:sldChg>
      <pc:sldChg chg="modSp mod modNotesTx">
        <pc:chgData name="Keller Ronny (ROK)" userId="8cec358c-0466-4c97-876e-9174fbd2889a" providerId="ADAL" clId="{99CE970B-2362-416B-8D4F-235584E35DF9}" dt="2024-12-19T14:42:27.341" v="21388" actId="20577"/>
        <pc:sldMkLst>
          <pc:docMk/>
          <pc:sldMk cId="2035473625" sldId="6011"/>
        </pc:sldMkLst>
      </pc:sldChg>
      <pc:sldChg chg="modSp mod">
        <pc:chgData name="Keller Ronny (ROK)" userId="8cec358c-0466-4c97-876e-9174fbd2889a" providerId="ADAL" clId="{99CE970B-2362-416B-8D4F-235584E35DF9}" dt="2024-12-17T15:06:22.279" v="5103" actId="20577"/>
        <pc:sldMkLst>
          <pc:docMk/>
          <pc:sldMk cId="2409465159" sldId="6012"/>
        </pc:sldMkLst>
      </pc:sldChg>
      <pc:sldChg chg="modNotesTx">
        <pc:chgData name="Keller Ronny (ROK)" userId="8cec358c-0466-4c97-876e-9174fbd2889a" providerId="ADAL" clId="{99CE970B-2362-416B-8D4F-235584E35DF9}" dt="2024-12-18T10:27:51.246" v="12257" actId="20577"/>
        <pc:sldMkLst>
          <pc:docMk/>
          <pc:sldMk cId="176533577" sldId="6013"/>
        </pc:sldMkLst>
      </pc:sldChg>
      <pc:sldChg chg="modSp mod">
        <pc:chgData name="Keller Ronny (ROK)" userId="8cec358c-0466-4c97-876e-9174fbd2889a" providerId="ADAL" clId="{99CE970B-2362-416B-8D4F-235584E35DF9}" dt="2024-12-11T16:21:52.408" v="1306" actId="20577"/>
        <pc:sldMkLst>
          <pc:docMk/>
          <pc:sldMk cId="2964811200" sldId="6014"/>
        </pc:sldMkLst>
      </pc:sldChg>
      <pc:sldChg chg="delSp mod modNotesTx">
        <pc:chgData name="Keller Ronny (ROK)" userId="8cec358c-0466-4c97-876e-9174fbd2889a" providerId="ADAL" clId="{99CE970B-2362-416B-8D4F-235584E35DF9}" dt="2024-12-17T15:11:13.354" v="5279" actId="6549"/>
        <pc:sldMkLst>
          <pc:docMk/>
          <pc:sldMk cId="2849608113" sldId="6015"/>
        </pc:sldMkLst>
      </pc:sldChg>
      <pc:sldChg chg="modSp mod">
        <pc:chgData name="Keller Ronny (ROK)" userId="8cec358c-0466-4c97-876e-9174fbd2889a" providerId="ADAL" clId="{99CE970B-2362-416B-8D4F-235584E35DF9}" dt="2024-12-18T10:32:04.499" v="12330" actId="13926"/>
        <pc:sldMkLst>
          <pc:docMk/>
          <pc:sldMk cId="2904701780" sldId="6016"/>
        </pc:sldMkLst>
      </pc:sldChg>
      <pc:sldChg chg="modSp del mod">
        <pc:chgData name="Keller Ronny (ROK)" userId="8cec358c-0466-4c97-876e-9174fbd2889a" providerId="ADAL" clId="{99CE970B-2362-416B-8D4F-235584E35DF9}" dt="2024-12-18T10:38:42.352" v="12400" actId="47"/>
        <pc:sldMkLst>
          <pc:docMk/>
          <pc:sldMk cId="240270689" sldId="6022"/>
        </pc:sldMkLst>
      </pc:sldChg>
      <pc:sldChg chg="del">
        <pc:chgData name="Keller Ronny (ROK)" userId="8cec358c-0466-4c97-876e-9174fbd2889a" providerId="ADAL" clId="{99CE970B-2362-416B-8D4F-235584E35DF9}" dt="2024-12-18T12:29:20.639" v="12945" actId="47"/>
        <pc:sldMkLst>
          <pc:docMk/>
          <pc:sldMk cId="2560276211" sldId="6026"/>
        </pc:sldMkLst>
      </pc:sldChg>
      <pc:sldChg chg="modNotesTx">
        <pc:chgData name="Keller Ronny (ROK)" userId="8cec358c-0466-4c97-876e-9174fbd2889a" providerId="ADAL" clId="{99CE970B-2362-416B-8D4F-235584E35DF9}" dt="2024-12-18T14:08:14.350" v="14450" actId="20577"/>
        <pc:sldMkLst>
          <pc:docMk/>
          <pc:sldMk cId="2804180902" sldId="6027"/>
        </pc:sldMkLst>
      </pc:sldChg>
      <pc:sldChg chg="modNotesTx">
        <pc:chgData name="Keller Ronny (ROK)" userId="8cec358c-0466-4c97-876e-9174fbd2889a" providerId="ADAL" clId="{99CE970B-2362-416B-8D4F-235584E35DF9}" dt="2024-12-19T14:35:34.489" v="21256" actId="20577"/>
        <pc:sldMkLst>
          <pc:docMk/>
          <pc:sldMk cId="174802714" sldId="6028"/>
        </pc:sldMkLst>
      </pc:sldChg>
      <pc:sldChg chg="modSp mod">
        <pc:chgData name="Keller Ronny (ROK)" userId="8cec358c-0466-4c97-876e-9174fbd2889a" providerId="ADAL" clId="{99CE970B-2362-416B-8D4F-235584E35DF9}" dt="2024-12-16T13:02:17.686" v="1995" actId="20577"/>
        <pc:sldMkLst>
          <pc:docMk/>
          <pc:sldMk cId="2678172998" sldId="6029"/>
        </pc:sldMkLst>
      </pc:sldChg>
      <pc:sldChg chg="modNotesTx">
        <pc:chgData name="Keller Ronny (ROK)" userId="8cec358c-0466-4c97-876e-9174fbd2889a" providerId="ADAL" clId="{99CE970B-2362-416B-8D4F-235584E35DF9}" dt="2024-12-18T15:25:25.368" v="15555" actId="20577"/>
        <pc:sldMkLst>
          <pc:docMk/>
          <pc:sldMk cId="4168272601" sldId="6033"/>
        </pc:sldMkLst>
      </pc:sldChg>
      <pc:sldChg chg="ord modNotesTx">
        <pc:chgData name="Keller Ronny (ROK)" userId="8cec358c-0466-4c97-876e-9174fbd2889a" providerId="ADAL" clId="{99CE970B-2362-416B-8D4F-235584E35DF9}" dt="2024-12-17T15:43:26.282" v="6516"/>
        <pc:sldMkLst>
          <pc:docMk/>
          <pc:sldMk cId="4023648413" sldId="6037"/>
        </pc:sldMkLst>
      </pc:sldChg>
      <pc:sldChg chg="modSp mod ord">
        <pc:chgData name="Keller Ronny (ROK)" userId="8cec358c-0466-4c97-876e-9174fbd2889a" providerId="ADAL" clId="{99CE970B-2362-416B-8D4F-235584E35DF9}" dt="2024-12-17T16:18:45.040" v="7633" actId="20577"/>
        <pc:sldMkLst>
          <pc:docMk/>
          <pc:sldMk cId="2076226604" sldId="6038"/>
        </pc:sldMkLst>
      </pc:sldChg>
      <pc:sldChg chg="modNotesTx">
        <pc:chgData name="Keller Ronny (ROK)" userId="8cec358c-0466-4c97-876e-9174fbd2889a" providerId="ADAL" clId="{99CE970B-2362-416B-8D4F-235584E35DF9}" dt="2024-12-19T07:22:32.168" v="16575" actId="20577"/>
        <pc:sldMkLst>
          <pc:docMk/>
          <pc:sldMk cId="110443382" sldId="6039"/>
        </pc:sldMkLst>
      </pc:sldChg>
      <pc:sldChg chg="ord modNotesTx">
        <pc:chgData name="Keller Ronny (ROK)" userId="8cec358c-0466-4c97-876e-9174fbd2889a" providerId="ADAL" clId="{99CE970B-2362-416B-8D4F-235584E35DF9}" dt="2024-12-19T07:28:44.612" v="16591"/>
        <pc:sldMkLst>
          <pc:docMk/>
          <pc:sldMk cId="1791554890" sldId="6043"/>
        </pc:sldMkLst>
      </pc:sldChg>
      <pc:sldChg chg="ord modNotesTx">
        <pc:chgData name="Keller Ronny (ROK)" userId="8cec358c-0466-4c97-876e-9174fbd2889a" providerId="ADAL" clId="{99CE970B-2362-416B-8D4F-235584E35DF9}" dt="2024-12-19T07:27:46.960" v="1658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99CE970B-2362-416B-8D4F-235584E35DF9}" dt="2024-12-19T08:59:55.432" v="17416" actId="6549"/>
        <pc:sldMkLst>
          <pc:docMk/>
          <pc:sldMk cId="1403583337" sldId="6049"/>
        </pc:sldMkLst>
      </pc:sldChg>
      <pc:sldChg chg="modNotesTx">
        <pc:chgData name="Keller Ronny (ROK)" userId="8cec358c-0466-4c97-876e-9174fbd2889a" providerId="ADAL" clId="{99CE970B-2362-416B-8D4F-235584E35DF9}" dt="2024-12-19T09:03:59.668" v="17422" actId="113"/>
        <pc:sldMkLst>
          <pc:docMk/>
          <pc:sldMk cId="3078733799" sldId="6050"/>
        </pc:sldMkLst>
      </pc:sldChg>
      <pc:sldChg chg="addSp modSp mod">
        <pc:chgData name="Keller Ronny (ROK)" userId="8cec358c-0466-4c97-876e-9174fbd2889a" providerId="ADAL" clId="{99CE970B-2362-416B-8D4F-235584E35DF9}" dt="2024-12-19T10:17:04.891" v="19157" actId="1076"/>
        <pc:sldMkLst>
          <pc:docMk/>
          <pc:sldMk cId="3325821228" sldId="6065"/>
        </pc:sldMkLst>
      </pc:sldChg>
      <pc:sldChg chg="modNotesTx">
        <pc:chgData name="Keller Ronny (ROK)" userId="8cec358c-0466-4c97-876e-9174fbd2889a" providerId="ADAL" clId="{99CE970B-2362-416B-8D4F-235584E35DF9}" dt="2024-12-17T15:43:49.201" v="6520"/>
        <pc:sldMkLst>
          <pc:docMk/>
          <pc:sldMk cId="2461239154" sldId="6066"/>
        </pc:sldMkLst>
      </pc:sldChg>
      <pc:sldChg chg="modNotesTx">
        <pc:chgData name="Keller Ronny (ROK)" userId="8cec358c-0466-4c97-876e-9174fbd2889a" providerId="ADAL" clId="{99CE970B-2362-416B-8D4F-235584E35DF9}" dt="2024-12-19T14:59:14.330" v="21653" actId="6549"/>
        <pc:sldMkLst>
          <pc:docMk/>
          <pc:sldMk cId="958829163" sldId="6072"/>
        </pc:sldMkLst>
      </pc:sldChg>
      <pc:sldChg chg="modNotesTx">
        <pc:chgData name="Keller Ronny (ROK)" userId="8cec358c-0466-4c97-876e-9174fbd2889a" providerId="ADAL" clId="{99CE970B-2362-416B-8D4F-235584E35DF9}" dt="2024-12-19T10:36:14.657" v="19443" actId="20577"/>
        <pc:sldMkLst>
          <pc:docMk/>
          <pc:sldMk cId="1078324131" sldId="6073"/>
        </pc:sldMkLst>
      </pc:sldChg>
      <pc:sldChg chg="modNotesTx">
        <pc:chgData name="Keller Ronny (ROK)" userId="8cec358c-0466-4c97-876e-9174fbd2889a" providerId="ADAL" clId="{99CE970B-2362-416B-8D4F-235584E35DF9}" dt="2024-12-19T10:37:00.764" v="19446" actId="20577"/>
        <pc:sldMkLst>
          <pc:docMk/>
          <pc:sldMk cId="2494591279" sldId="6074"/>
        </pc:sldMkLst>
      </pc:sldChg>
      <pc:sldChg chg="modNotesTx">
        <pc:chgData name="Keller Ronny (ROK)" userId="8cec358c-0466-4c97-876e-9174fbd2889a" providerId="ADAL" clId="{99CE970B-2362-416B-8D4F-235584E35DF9}" dt="2024-12-17T15:44:07.962" v="6522"/>
        <pc:sldMkLst>
          <pc:docMk/>
          <pc:sldMk cId="2682737834" sldId="6079"/>
        </pc:sldMkLst>
      </pc:sldChg>
      <pc:sldChg chg="modSp mod">
        <pc:chgData name="Keller Ronny (ROK)" userId="8cec358c-0466-4c97-876e-9174fbd2889a" providerId="ADAL" clId="{99CE970B-2362-416B-8D4F-235584E35DF9}" dt="2024-12-11T16:53:08.671" v="1494" actId="6549"/>
        <pc:sldMkLst>
          <pc:docMk/>
          <pc:sldMk cId="2667540193" sldId="6082"/>
        </pc:sldMkLst>
      </pc:sldChg>
      <pc:sldChg chg="modNotesTx">
        <pc:chgData name="Keller Ronny (ROK)" userId="8cec358c-0466-4c97-876e-9174fbd2889a" providerId="ADAL" clId="{99CE970B-2362-416B-8D4F-235584E35DF9}" dt="2024-12-17T15:44:12.607" v="6523"/>
        <pc:sldMkLst>
          <pc:docMk/>
          <pc:sldMk cId="4006260705" sldId="6083"/>
        </pc:sldMkLst>
      </pc:sldChg>
      <pc:sldChg chg="ord">
        <pc:chgData name="Keller Ronny (ROK)" userId="8cec358c-0466-4c97-876e-9174fbd2889a" providerId="ADAL" clId="{99CE970B-2362-416B-8D4F-235584E35DF9}" dt="2024-12-17T17:08:28.288" v="8836"/>
        <pc:sldMkLst>
          <pc:docMk/>
          <pc:sldMk cId="736564761" sldId="6087"/>
        </pc:sldMkLst>
      </pc:sldChg>
      <pc:sldChg chg="modSp mod">
        <pc:chgData name="Keller Ronny (ROK)" userId="8cec358c-0466-4c97-876e-9174fbd2889a" providerId="ADAL" clId="{99CE970B-2362-416B-8D4F-235584E35DF9}" dt="2024-12-11T16:55:57.218" v="1594" actId="20577"/>
        <pc:sldMkLst>
          <pc:docMk/>
          <pc:sldMk cId="612857534" sldId="6089"/>
        </pc:sldMkLst>
      </pc:sldChg>
      <pc:sldChg chg="modNotesTx">
        <pc:chgData name="Keller Ronny (ROK)" userId="8cec358c-0466-4c97-876e-9174fbd2889a" providerId="ADAL" clId="{99CE970B-2362-416B-8D4F-235584E35DF9}" dt="2024-12-17T15:44:16.553" v="6524"/>
        <pc:sldMkLst>
          <pc:docMk/>
          <pc:sldMk cId="807145290" sldId="6090"/>
        </pc:sldMkLst>
      </pc:sldChg>
      <pc:sldChg chg="modNotesTx">
        <pc:chgData name="Keller Ronny (ROK)" userId="8cec358c-0466-4c97-876e-9174fbd2889a" providerId="ADAL" clId="{99CE970B-2362-416B-8D4F-235584E35DF9}" dt="2024-12-17T15:44:23.753" v="6525"/>
        <pc:sldMkLst>
          <pc:docMk/>
          <pc:sldMk cId="494660899" sldId="6094"/>
        </pc:sldMkLst>
      </pc:sldChg>
      <pc:sldChg chg="modSp mod modNotesTx">
        <pc:chgData name="Keller Ronny (ROK)" userId="8cec358c-0466-4c97-876e-9174fbd2889a" providerId="ADAL" clId="{99CE970B-2362-416B-8D4F-235584E35DF9}" dt="2024-12-19T13:30:43.850" v="21208" actId="20577"/>
        <pc:sldMkLst>
          <pc:docMk/>
          <pc:sldMk cId="1936920143" sldId="6095"/>
        </pc:sldMkLst>
      </pc:sldChg>
      <pc:sldChg chg="modNotesTx">
        <pc:chgData name="Keller Ronny (ROK)" userId="8cec358c-0466-4c97-876e-9174fbd2889a" providerId="ADAL" clId="{99CE970B-2362-416B-8D4F-235584E35DF9}" dt="2024-12-19T11:55:14.886" v="19959" actId="6549"/>
        <pc:sldMkLst>
          <pc:docMk/>
          <pc:sldMk cId="3443628746" sldId="6109"/>
        </pc:sldMkLst>
      </pc:sldChg>
      <pc:sldChg chg="mod modShow modNotesTx">
        <pc:chgData name="Keller Ronny (ROK)" userId="8cec358c-0466-4c97-876e-9174fbd2889a" providerId="ADAL" clId="{99CE970B-2362-416B-8D4F-235584E35DF9}" dt="2024-12-19T12:06:40.358" v="19978" actId="729"/>
        <pc:sldMkLst>
          <pc:docMk/>
          <pc:sldMk cId="3065224746" sldId="6111"/>
        </pc:sldMkLst>
      </pc:sldChg>
      <pc:sldChg chg="ord">
        <pc:chgData name="Keller Ronny (ROK)" userId="8cec358c-0466-4c97-876e-9174fbd2889a" providerId="ADAL" clId="{99CE970B-2362-416B-8D4F-235584E35DF9}" dt="2024-12-17T17:08:18.361" v="8833"/>
        <pc:sldMkLst>
          <pc:docMk/>
          <pc:sldMk cId="1784884985" sldId="6112"/>
        </pc:sldMkLst>
      </pc:sldChg>
      <pc:sldChg chg="modSp del mod">
        <pc:chgData name="Keller Ronny (ROK)" userId="8cec358c-0466-4c97-876e-9174fbd2889a" providerId="ADAL" clId="{99CE970B-2362-416B-8D4F-235584E35DF9}" dt="2024-12-19T10:18:52.305" v="19158" actId="47"/>
        <pc:sldMkLst>
          <pc:docMk/>
          <pc:sldMk cId="1872138896" sldId="6113"/>
        </pc:sldMkLst>
      </pc:sldChg>
      <pc:sldChg chg="del">
        <pc:chgData name="Keller Ronny (ROK)" userId="8cec358c-0466-4c97-876e-9174fbd2889a" providerId="ADAL" clId="{99CE970B-2362-416B-8D4F-235584E35DF9}" dt="2024-12-11T16:19:43.291" v="1189" actId="47"/>
        <pc:sldMkLst>
          <pc:docMk/>
          <pc:sldMk cId="2912477507" sldId="6114"/>
        </pc:sldMkLst>
      </pc:sldChg>
      <pc:sldChg chg="del">
        <pc:chgData name="Keller Ronny (ROK)" userId="8cec358c-0466-4c97-876e-9174fbd2889a" providerId="ADAL" clId="{99CE970B-2362-416B-8D4F-235584E35DF9}" dt="2024-12-11T16:22:54.281" v="1307" actId="47"/>
        <pc:sldMkLst>
          <pc:docMk/>
          <pc:sldMk cId="1807821137" sldId="6115"/>
        </pc:sldMkLst>
      </pc:sldChg>
      <pc:sldChg chg="modNotesTx">
        <pc:chgData name="Keller Ronny (ROK)" userId="8cec358c-0466-4c97-876e-9174fbd2889a" providerId="ADAL" clId="{99CE970B-2362-416B-8D4F-235584E35DF9}" dt="2024-12-19T09:06:41.284" v="17475"/>
        <pc:sldMkLst>
          <pc:docMk/>
          <pc:sldMk cId="3787092549" sldId="6139"/>
        </pc:sldMkLst>
      </pc:sldChg>
      <pc:sldChg chg="modNotesTx">
        <pc:chgData name="Keller Ronny (ROK)" userId="8cec358c-0466-4c97-876e-9174fbd2889a" providerId="ADAL" clId="{99CE970B-2362-416B-8D4F-235584E35DF9}" dt="2024-12-19T09:09:40.408" v="17606" actId="313"/>
        <pc:sldMkLst>
          <pc:docMk/>
          <pc:sldMk cId="2222336582" sldId="6140"/>
        </pc:sldMkLst>
      </pc:sldChg>
      <pc:sldChg chg="modNotesTx">
        <pc:chgData name="Keller Ronny (ROK)" userId="8cec358c-0466-4c97-876e-9174fbd2889a" providerId="ADAL" clId="{99CE970B-2362-416B-8D4F-235584E35DF9}" dt="2024-12-18T15:39:01.961" v="16379" actId="6549"/>
        <pc:sldMkLst>
          <pc:docMk/>
          <pc:sldMk cId="861098500" sldId="6141"/>
        </pc:sldMkLst>
      </pc:sldChg>
      <pc:sldChg chg="modNotesTx">
        <pc:chgData name="Keller Ronny (ROK)" userId="8cec358c-0466-4c97-876e-9174fbd2889a" providerId="ADAL" clId="{99CE970B-2362-416B-8D4F-235584E35DF9}" dt="2024-12-19T10:09:04.625" v="18794" actId="20577"/>
        <pc:sldMkLst>
          <pc:docMk/>
          <pc:sldMk cId="3586119474" sldId="6142"/>
        </pc:sldMkLst>
      </pc:sldChg>
      <pc:sldChg chg="mod modShow modNotesTx">
        <pc:chgData name="Keller Ronny (ROK)" userId="8cec358c-0466-4c97-876e-9174fbd2889a" providerId="ADAL" clId="{99CE970B-2362-416B-8D4F-235584E35DF9}" dt="2024-12-19T09:20:54.719" v="18338" actId="6549"/>
        <pc:sldMkLst>
          <pc:docMk/>
          <pc:sldMk cId="1872620403" sldId="6152"/>
        </pc:sldMkLst>
      </pc:sldChg>
      <pc:sldChg chg="modNotesTx">
        <pc:chgData name="Keller Ronny (ROK)" userId="8cec358c-0466-4c97-876e-9174fbd2889a" providerId="ADAL" clId="{99CE970B-2362-416B-8D4F-235584E35DF9}" dt="2024-12-19T14:56:57.549" v="21581"/>
        <pc:sldMkLst>
          <pc:docMk/>
          <pc:sldMk cId="3943641620" sldId="6153"/>
        </pc:sldMkLst>
      </pc:sldChg>
      <pc:sldChg chg="addSp delSp modSp mod modAnim">
        <pc:chgData name="Keller Ronny (ROK)" userId="8cec358c-0466-4c97-876e-9174fbd2889a" providerId="ADAL" clId="{99CE970B-2362-416B-8D4F-235584E35DF9}" dt="2024-12-18T08:28:28.996" v="9524" actId="478"/>
        <pc:sldMkLst>
          <pc:docMk/>
          <pc:sldMk cId="2399550400" sldId="6154"/>
        </pc:sldMkLst>
      </pc:sldChg>
      <pc:sldChg chg="addSp modSp add del mod modShow modNotesTx">
        <pc:chgData name="Keller Ronny (ROK)" userId="8cec358c-0466-4c97-876e-9174fbd2889a" providerId="ADAL" clId="{99CE970B-2362-416B-8D4F-235584E35DF9}" dt="2024-12-19T12:57:50.449" v="21156" actId="47"/>
        <pc:sldMkLst>
          <pc:docMk/>
          <pc:sldMk cId="4155764094" sldId="6160"/>
        </pc:sldMkLst>
      </pc:sldChg>
      <pc:sldChg chg="modNotesTx">
        <pc:chgData name="Keller Ronny (ROK)" userId="8cec358c-0466-4c97-876e-9174fbd2889a" providerId="ADAL" clId="{99CE970B-2362-416B-8D4F-235584E35DF9}" dt="2024-12-18T12:32:13.522" v="13098" actId="6549"/>
        <pc:sldMkLst>
          <pc:docMk/>
          <pc:sldMk cId="3949794934" sldId="6161"/>
        </pc:sldMkLst>
      </pc:sldChg>
      <pc:sldChg chg="modNotesTx">
        <pc:chgData name="Keller Ronny (ROK)" userId="8cec358c-0466-4c97-876e-9174fbd2889a" providerId="ADAL" clId="{99CE970B-2362-416B-8D4F-235584E35DF9}" dt="2024-12-17T15:28:03.274" v="5943" actId="20577"/>
        <pc:sldMkLst>
          <pc:docMk/>
          <pc:sldMk cId="736813847" sldId="6162"/>
        </pc:sldMkLst>
      </pc:sldChg>
      <pc:sldChg chg="modNotesTx">
        <pc:chgData name="Keller Ronny (ROK)" userId="8cec358c-0466-4c97-876e-9174fbd2889a" providerId="ADAL" clId="{99CE970B-2362-416B-8D4F-235584E35DF9}" dt="2024-12-19T14:34:50.578" v="21247" actId="20577"/>
        <pc:sldMkLst>
          <pc:docMk/>
          <pc:sldMk cId="1688554353" sldId="6163"/>
        </pc:sldMkLst>
      </pc:sldChg>
      <pc:sldChg chg="del ord">
        <pc:chgData name="Keller Ronny (ROK)" userId="8cec358c-0466-4c97-876e-9174fbd2889a" providerId="ADAL" clId="{99CE970B-2362-416B-8D4F-235584E35DF9}" dt="2024-12-11T16:36:36.746" v="1353" actId="47"/>
        <pc:sldMkLst>
          <pc:docMk/>
          <pc:sldMk cId="1148952234" sldId="6164"/>
        </pc:sldMkLst>
      </pc:sldChg>
      <pc:sldChg chg="modNotesTx">
        <pc:chgData name="Keller Ronny (ROK)" userId="8cec358c-0466-4c97-876e-9174fbd2889a" providerId="ADAL" clId="{99CE970B-2362-416B-8D4F-235584E35DF9}" dt="2024-12-19T14:42:54.929" v="21391" actId="20577"/>
        <pc:sldMkLst>
          <pc:docMk/>
          <pc:sldMk cId="1084297140" sldId="2146848048"/>
        </pc:sldMkLst>
      </pc:sldChg>
      <pc:sldChg chg="modNotesTx">
        <pc:chgData name="Keller Ronny (ROK)" userId="8cec358c-0466-4c97-876e-9174fbd2889a" providerId="ADAL" clId="{99CE970B-2362-416B-8D4F-235584E35DF9}" dt="2024-12-19T14:41:37.362" v="21383" actId="20577"/>
        <pc:sldMkLst>
          <pc:docMk/>
          <pc:sldMk cId="2274435612" sldId="2146848049"/>
        </pc:sldMkLst>
      </pc:sldChg>
      <pc:sldChg chg="modNotesTx">
        <pc:chgData name="Keller Ronny (ROK)" userId="8cec358c-0466-4c97-876e-9174fbd2889a" providerId="ADAL" clId="{99CE970B-2362-416B-8D4F-235584E35DF9}" dt="2024-12-19T14:47:48.393" v="21435" actId="20577"/>
        <pc:sldMkLst>
          <pc:docMk/>
          <pc:sldMk cId="2616120734" sldId="2146848050"/>
        </pc:sldMkLst>
      </pc:sldChg>
      <pc:sldChg chg="modNotesTx">
        <pc:chgData name="Keller Ronny (ROK)" userId="8cec358c-0466-4c97-876e-9174fbd2889a" providerId="ADAL" clId="{99CE970B-2362-416B-8D4F-235584E35DF9}" dt="2024-12-19T14:52:06.717" v="21445" actId="20577"/>
        <pc:sldMkLst>
          <pc:docMk/>
          <pc:sldMk cId="2849655633" sldId="2146848054"/>
        </pc:sldMkLst>
      </pc:sldChg>
      <pc:sldChg chg="modNotesTx">
        <pc:chgData name="Keller Ronny (ROK)" userId="8cec358c-0466-4c97-876e-9174fbd2889a" providerId="ADAL" clId="{99CE970B-2362-416B-8D4F-235584E35DF9}" dt="2024-12-19T14:54:58.456" v="21480" actId="20577"/>
        <pc:sldMkLst>
          <pc:docMk/>
          <pc:sldMk cId="1248839468" sldId="2146848055"/>
        </pc:sldMkLst>
      </pc:sldChg>
      <pc:sldChg chg="modNotesTx">
        <pc:chgData name="Keller Ronny (ROK)" userId="8cec358c-0466-4c97-876e-9174fbd2889a" providerId="ADAL" clId="{99CE970B-2362-416B-8D4F-235584E35DF9}" dt="2024-12-19T14:56:25.792" v="21574" actId="20577"/>
        <pc:sldMkLst>
          <pc:docMk/>
          <pc:sldMk cId="3552114782" sldId="2146848057"/>
        </pc:sldMkLst>
      </pc:sldChg>
      <pc:sldChg chg="delSp mod">
        <pc:chgData name="Keller Ronny (ROK)" userId="8cec358c-0466-4c97-876e-9174fbd2889a" providerId="ADAL" clId="{99CE970B-2362-416B-8D4F-235584E35DF9}" dt="2024-12-19T10:44:17.825" v="19751" actId="478"/>
        <pc:sldMkLst>
          <pc:docMk/>
          <pc:sldMk cId="4255090719" sldId="2146848204"/>
        </pc:sldMkLst>
      </pc:sldChg>
      <pc:sldChg chg="modSp mod">
        <pc:chgData name="Keller Ronny (ROK)" userId="8cec358c-0466-4c97-876e-9174fbd2889a" providerId="ADAL" clId="{99CE970B-2362-416B-8D4F-235584E35DF9}" dt="2024-12-19T11:51:35.371" v="19958" actId="20577"/>
        <pc:sldMkLst>
          <pc:docMk/>
          <pc:sldMk cId="3246385698" sldId="2146848207"/>
        </pc:sldMkLst>
      </pc:sldChg>
      <pc:sldChg chg="modNotesTx">
        <pc:chgData name="Keller Ronny (ROK)" userId="8cec358c-0466-4c97-876e-9174fbd2889a" providerId="ADAL" clId="{99CE970B-2362-416B-8D4F-235584E35DF9}" dt="2024-12-19T09:10:57.401" v="17609" actId="6549"/>
        <pc:sldMkLst>
          <pc:docMk/>
          <pc:sldMk cId="2316603750" sldId="2146848210"/>
        </pc:sldMkLst>
      </pc:sldChg>
      <pc:sldChg chg="modNotesTx">
        <pc:chgData name="Keller Ronny (ROK)" userId="8cec358c-0466-4c97-876e-9174fbd2889a" providerId="ADAL" clId="{99CE970B-2362-416B-8D4F-235584E35DF9}" dt="2024-12-18T14:09:11.115" v="14505" actId="6549"/>
        <pc:sldMkLst>
          <pc:docMk/>
          <pc:sldMk cId="337480641" sldId="2146848214"/>
        </pc:sldMkLst>
      </pc:sldChg>
      <pc:sldChg chg="modNotesTx">
        <pc:chgData name="Keller Ronny (ROK)" userId="8cec358c-0466-4c97-876e-9174fbd2889a" providerId="ADAL" clId="{99CE970B-2362-416B-8D4F-235584E35DF9}" dt="2024-12-17T15:37:31.459" v="6368" actId="6549"/>
        <pc:sldMkLst>
          <pc:docMk/>
          <pc:sldMk cId="683399968" sldId="2146848216"/>
        </pc:sldMkLst>
      </pc:sldChg>
      <pc:sldChg chg="modNotesTx">
        <pc:chgData name="Keller Ronny (ROK)" userId="8cec358c-0466-4c97-876e-9174fbd2889a" providerId="ADAL" clId="{99CE970B-2362-416B-8D4F-235584E35DF9}" dt="2024-12-17T15:37:35.437" v="6369" actId="6549"/>
        <pc:sldMkLst>
          <pc:docMk/>
          <pc:sldMk cId="2133559127" sldId="2146848217"/>
        </pc:sldMkLst>
      </pc:sldChg>
      <pc:sldChg chg="modNotesTx">
        <pc:chgData name="Keller Ronny (ROK)" userId="8cec358c-0466-4c97-876e-9174fbd2889a" providerId="ADAL" clId="{99CE970B-2362-416B-8D4F-235584E35DF9}" dt="2024-12-17T15:37:39.078" v="6370" actId="6549"/>
        <pc:sldMkLst>
          <pc:docMk/>
          <pc:sldMk cId="1200770483" sldId="2146848218"/>
        </pc:sldMkLst>
      </pc:sldChg>
      <pc:sldChg chg="modNotesTx">
        <pc:chgData name="Keller Ronny (ROK)" userId="8cec358c-0466-4c97-876e-9174fbd2889a" providerId="ADAL" clId="{99CE970B-2362-416B-8D4F-235584E35DF9}" dt="2024-12-19T15:00:51.950" v="21685" actId="113"/>
        <pc:sldMkLst>
          <pc:docMk/>
          <pc:sldMk cId="595813817" sldId="2146848219"/>
        </pc:sldMkLst>
      </pc:sldChg>
      <pc:sldChg chg="modNotesTx">
        <pc:chgData name="Keller Ronny (ROK)" userId="8cec358c-0466-4c97-876e-9174fbd2889a" providerId="ADAL" clId="{99CE970B-2362-416B-8D4F-235584E35DF9}" dt="2024-12-19T09:06:50.342" v="17476" actId="6549"/>
        <pc:sldMkLst>
          <pc:docMk/>
          <pc:sldMk cId="3364208608" sldId="2146848222"/>
        </pc:sldMkLst>
      </pc:sldChg>
      <pc:sldChg chg="modSp mod modNotesTx">
        <pc:chgData name="Keller Ronny (ROK)" userId="8cec358c-0466-4c97-876e-9174fbd2889a" providerId="ADAL" clId="{99CE970B-2362-416B-8D4F-235584E35DF9}" dt="2024-12-18T10:36:43.996" v="12389" actId="20577"/>
        <pc:sldMkLst>
          <pc:docMk/>
          <pc:sldMk cId="4069769838" sldId="2146848224"/>
        </pc:sldMkLst>
      </pc:sldChg>
      <pc:sldChg chg="modNotesTx">
        <pc:chgData name="Keller Ronny (ROK)" userId="8cec358c-0466-4c97-876e-9174fbd2889a" providerId="ADAL" clId="{99CE970B-2362-416B-8D4F-235584E35DF9}" dt="2024-12-17T15:38:35.452" v="6384" actId="20577"/>
        <pc:sldMkLst>
          <pc:docMk/>
          <pc:sldMk cId="130138256" sldId="2146848225"/>
        </pc:sldMkLst>
      </pc:sldChg>
      <pc:sldChg chg="modNotesTx">
        <pc:chgData name="Keller Ronny (ROK)" userId="8cec358c-0466-4c97-876e-9174fbd2889a" providerId="ADAL" clId="{99CE970B-2362-416B-8D4F-235584E35DF9}" dt="2024-12-17T17:16:23.317" v="9308" actId="6549"/>
        <pc:sldMkLst>
          <pc:docMk/>
          <pc:sldMk cId="4099053830" sldId="2146848231"/>
        </pc:sldMkLst>
      </pc:sldChg>
      <pc:sldChg chg="modNotesTx">
        <pc:chgData name="Keller Ronny (ROK)" userId="8cec358c-0466-4c97-876e-9174fbd2889a" providerId="ADAL" clId="{99CE970B-2362-416B-8D4F-235584E35DF9}" dt="2024-12-17T17:16:30.046" v="9309" actId="6549"/>
        <pc:sldMkLst>
          <pc:docMk/>
          <pc:sldMk cId="1930372108" sldId="2146848236"/>
        </pc:sldMkLst>
      </pc:sldChg>
      <pc:sldChg chg="modSp mod modNotesTx">
        <pc:chgData name="Keller Ronny (ROK)" userId="8cec358c-0466-4c97-876e-9174fbd2889a" providerId="ADAL" clId="{99CE970B-2362-416B-8D4F-235584E35DF9}" dt="2024-12-19T14:41:18.277" v="21352" actId="113"/>
        <pc:sldMkLst>
          <pc:docMk/>
          <pc:sldMk cId="2898509101" sldId="2146848240"/>
        </pc:sldMkLst>
      </pc:sldChg>
      <pc:sldChg chg="modSp mod">
        <pc:chgData name="Keller Ronny (ROK)" userId="8cec358c-0466-4c97-876e-9174fbd2889a" providerId="ADAL" clId="{99CE970B-2362-416B-8D4F-235584E35DF9}" dt="2024-12-11T16:38:24.069" v="1367" actId="20577"/>
        <pc:sldMkLst>
          <pc:docMk/>
          <pc:sldMk cId="505765358" sldId="2146848244"/>
        </pc:sldMkLst>
      </pc:sldChg>
      <pc:sldChg chg="modNotesTx">
        <pc:chgData name="Keller Ronny (ROK)" userId="8cec358c-0466-4c97-876e-9174fbd2889a" providerId="ADAL" clId="{99CE970B-2362-416B-8D4F-235584E35DF9}" dt="2024-12-19T14:59:30.505" v="21656" actId="20577"/>
        <pc:sldMkLst>
          <pc:docMk/>
          <pc:sldMk cId="673756270" sldId="2146848245"/>
        </pc:sldMkLst>
      </pc:sldChg>
      <pc:sldChg chg="modNotesTx">
        <pc:chgData name="Keller Ronny (ROK)" userId="8cec358c-0466-4c97-876e-9174fbd2889a" providerId="ADAL" clId="{99CE970B-2362-416B-8D4F-235584E35DF9}" dt="2024-12-19T15:00:09.818" v="21661" actId="6549"/>
        <pc:sldMkLst>
          <pc:docMk/>
          <pc:sldMk cId="3162798814" sldId="2146848246"/>
        </pc:sldMkLst>
      </pc:sldChg>
      <pc:sldChg chg="modNotesTx">
        <pc:chgData name="Keller Ronny (ROK)" userId="8cec358c-0466-4c97-876e-9174fbd2889a" providerId="ADAL" clId="{99CE970B-2362-416B-8D4F-235584E35DF9}" dt="2024-12-19T15:02:22.778" v="21711" actId="20577"/>
        <pc:sldMkLst>
          <pc:docMk/>
          <pc:sldMk cId="3793046186" sldId="2146848247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2502629860" sldId="2146848265"/>
        </pc:sldMkLst>
      </pc:sldChg>
      <pc:sldChg chg="modSp mod modShow">
        <pc:chgData name="Keller Ronny (ROK)" userId="8cec358c-0466-4c97-876e-9174fbd2889a" providerId="ADAL" clId="{99CE970B-2362-416B-8D4F-235584E35DF9}" dt="2024-12-11T16:41:52.528" v="1369" actId="729"/>
        <pc:sldMkLst>
          <pc:docMk/>
          <pc:sldMk cId="3392937672" sldId="2146848266"/>
        </pc:sldMkLst>
      </pc:sldChg>
      <pc:sldChg chg="modSp mod">
        <pc:chgData name="Keller Ronny (ROK)" userId="8cec358c-0466-4c97-876e-9174fbd2889a" providerId="ADAL" clId="{99CE970B-2362-416B-8D4F-235584E35DF9}" dt="2024-12-11T16:37:31.992" v="1357" actId="20577"/>
        <pc:sldMkLst>
          <pc:docMk/>
          <pc:sldMk cId="1305228491" sldId="2146848267"/>
        </pc:sldMkLst>
      </pc:sldChg>
      <pc:sldChg chg="modSp mod">
        <pc:chgData name="Keller Ronny (ROK)" userId="8cec358c-0466-4c97-876e-9174fbd2889a" providerId="ADAL" clId="{99CE970B-2362-416B-8D4F-235584E35DF9}" dt="2024-12-11T16:38:01.873" v="1365" actId="20577"/>
        <pc:sldMkLst>
          <pc:docMk/>
          <pc:sldMk cId="2338030500" sldId="2146848268"/>
        </pc:sldMkLst>
      </pc:sldChg>
      <pc:sldChg chg="modSp mod ord modNotesTx">
        <pc:chgData name="Keller Ronny (ROK)" userId="8cec358c-0466-4c97-876e-9174fbd2889a" providerId="ADAL" clId="{99CE970B-2362-416B-8D4F-235584E35DF9}" dt="2024-12-18T09:56:56.561" v="11311" actId="20577"/>
        <pc:sldMkLst>
          <pc:docMk/>
          <pc:sldMk cId="882732975" sldId="2146848269"/>
        </pc:sldMkLst>
      </pc:sldChg>
      <pc:sldChg chg="modSp mod">
        <pc:chgData name="Keller Ronny (ROK)" userId="8cec358c-0466-4c97-876e-9174fbd2889a" providerId="ADAL" clId="{99CE970B-2362-416B-8D4F-235584E35DF9}" dt="2024-12-11T16:37:40.096" v="1359" actId="20577"/>
        <pc:sldMkLst>
          <pc:docMk/>
          <pc:sldMk cId="580933920" sldId="2146848270"/>
        </pc:sldMkLst>
      </pc:sldChg>
      <pc:sldChg chg="ord modNotesTx">
        <pc:chgData name="Keller Ronny (ROK)" userId="8cec358c-0466-4c97-876e-9174fbd2889a" providerId="ADAL" clId="{99CE970B-2362-416B-8D4F-235584E35DF9}" dt="2024-12-18T09:58:29.629" v="11415" actId="20577"/>
        <pc:sldMkLst>
          <pc:docMk/>
          <pc:sldMk cId="2593030575" sldId="2146848273"/>
        </pc:sldMkLst>
      </pc:sldChg>
      <pc:sldChg chg="ord modNotesTx">
        <pc:chgData name="Keller Ronny (ROK)" userId="8cec358c-0466-4c97-876e-9174fbd2889a" providerId="ADAL" clId="{99CE970B-2362-416B-8D4F-235584E35DF9}" dt="2024-12-18T10:04:50.669" v="11707" actId="20577"/>
        <pc:sldMkLst>
          <pc:docMk/>
          <pc:sldMk cId="4097875226" sldId="2146848275"/>
        </pc:sldMkLst>
      </pc:sldChg>
      <pc:sldChg chg="modNotesTx">
        <pc:chgData name="Keller Ronny (ROK)" userId="8cec358c-0466-4c97-876e-9174fbd2889a" providerId="ADAL" clId="{99CE970B-2362-416B-8D4F-235584E35DF9}" dt="2024-12-19T14:34:41.528" v="21241" actId="20577"/>
        <pc:sldMkLst>
          <pc:docMk/>
          <pc:sldMk cId="1045808870" sldId="2146848283"/>
        </pc:sldMkLst>
      </pc:sldChg>
      <pc:sldChg chg="modNotesTx">
        <pc:chgData name="Keller Ronny (ROK)" userId="8cec358c-0466-4c97-876e-9174fbd2889a" providerId="ADAL" clId="{99CE970B-2362-416B-8D4F-235584E35DF9}" dt="2024-12-19T08:42:56.146" v="17001" actId="20577"/>
        <pc:sldMkLst>
          <pc:docMk/>
          <pc:sldMk cId="1647508274" sldId="2146848284"/>
        </pc:sldMkLst>
      </pc:sldChg>
      <pc:sldChg chg="modNotesTx">
        <pc:chgData name="Keller Ronny (ROK)" userId="8cec358c-0466-4c97-876e-9174fbd2889a" providerId="ADAL" clId="{99CE970B-2362-416B-8D4F-235584E35DF9}" dt="2024-12-18T08:37:44.503" v="9650" actId="20577"/>
        <pc:sldMkLst>
          <pc:docMk/>
          <pc:sldMk cId="2676493501" sldId="2146848285"/>
        </pc:sldMkLst>
      </pc:sldChg>
      <pc:sldChg chg="addSp delSp modSp mod addAnim delAnim modNotesTx">
        <pc:chgData name="Keller Ronny (ROK)" userId="8cec358c-0466-4c97-876e-9174fbd2889a" providerId="ADAL" clId="{99CE970B-2362-416B-8D4F-235584E35DF9}" dt="2024-12-18T09:22:45.701" v="10948" actId="6549"/>
        <pc:sldMkLst>
          <pc:docMk/>
          <pc:sldMk cId="980847365" sldId="2146848286"/>
        </pc:sldMkLst>
      </pc:sldChg>
      <pc:sldChg chg="modSp mod addAnim delAnim modNotesTx">
        <pc:chgData name="Keller Ronny (ROK)" userId="8cec358c-0466-4c97-876e-9174fbd2889a" providerId="ADAL" clId="{99CE970B-2362-416B-8D4F-235584E35DF9}" dt="2024-12-18T09:27:30.318" v="11016" actId="20577"/>
        <pc:sldMkLst>
          <pc:docMk/>
          <pc:sldMk cId="2747157013" sldId="2146848287"/>
        </pc:sldMkLst>
      </pc:sldChg>
      <pc:sldChg chg="del ord">
        <pc:chgData name="Keller Ronny (ROK)" userId="8cec358c-0466-4c97-876e-9174fbd2889a" providerId="ADAL" clId="{99CE970B-2362-416B-8D4F-235584E35DF9}" dt="2024-12-11T16:11:19.236" v="931" actId="47"/>
        <pc:sldMkLst>
          <pc:docMk/>
          <pc:sldMk cId="1252787566" sldId="2146848288"/>
        </pc:sldMkLst>
      </pc:sldChg>
      <pc:sldChg chg="del">
        <pc:chgData name="Keller Ronny (ROK)" userId="8cec358c-0466-4c97-876e-9174fbd2889a" providerId="ADAL" clId="{99CE970B-2362-416B-8D4F-235584E35DF9}" dt="2024-12-11T15:08:54.703" v="31" actId="47"/>
        <pc:sldMkLst>
          <pc:docMk/>
          <pc:sldMk cId="940235693" sldId="2146848289"/>
        </pc:sldMkLst>
      </pc:sldChg>
      <pc:sldChg chg="modNotesTx">
        <pc:chgData name="Keller Ronny (ROK)" userId="8cec358c-0466-4c97-876e-9174fbd2889a" providerId="ADAL" clId="{99CE970B-2362-416B-8D4F-235584E35DF9}" dt="2024-12-17T14:23:53.728" v="4317"/>
        <pc:sldMkLst>
          <pc:docMk/>
          <pc:sldMk cId="570659367" sldId="2146848290"/>
        </pc:sldMkLst>
      </pc:sldChg>
      <pc:sldChg chg="addSp modSp mod modNotesTx">
        <pc:chgData name="Keller Ronny (ROK)" userId="8cec358c-0466-4c97-876e-9174fbd2889a" providerId="ADAL" clId="{99CE970B-2362-416B-8D4F-235584E35DF9}" dt="2024-12-18T09:50:17.029" v="11120" actId="20577"/>
        <pc:sldMkLst>
          <pc:docMk/>
          <pc:sldMk cId="3727720275" sldId="2146848291"/>
        </pc:sldMkLst>
      </pc:sldChg>
      <pc:sldChg chg="addSp modSp mod">
        <pc:chgData name="Keller Ronny (ROK)" userId="8cec358c-0466-4c97-876e-9174fbd2889a" providerId="ADAL" clId="{99CE970B-2362-416B-8D4F-235584E35DF9}" dt="2024-12-18T09:50:14.774" v="11119" actId="20577"/>
        <pc:sldMkLst>
          <pc:docMk/>
          <pc:sldMk cId="190164413" sldId="2146848292"/>
        </pc:sldMkLst>
      </pc:sldChg>
      <pc:sldChg chg="ord">
        <pc:chgData name="Keller Ronny (ROK)" userId="8cec358c-0466-4c97-876e-9174fbd2889a" providerId="ADAL" clId="{99CE970B-2362-416B-8D4F-235584E35DF9}" dt="2024-12-18T09:52:22.951" v="11121" actId="20578"/>
        <pc:sldMkLst>
          <pc:docMk/>
          <pc:sldMk cId="3395856528" sldId="2146848293"/>
        </pc:sldMkLst>
      </pc:sldChg>
      <pc:sldChg chg="modNotesTx">
        <pc:chgData name="Keller Ronny (ROK)" userId="8cec358c-0466-4c97-876e-9174fbd2889a" providerId="ADAL" clId="{99CE970B-2362-416B-8D4F-235584E35DF9}" dt="2024-12-18T10:12:12.645" v="12075" actId="20577"/>
        <pc:sldMkLst>
          <pc:docMk/>
          <pc:sldMk cId="3131955834" sldId="2146848294"/>
        </pc:sldMkLst>
      </pc:sldChg>
      <pc:sldChg chg="modSp mod modNotesTx">
        <pc:chgData name="Keller Ronny (ROK)" userId="8cec358c-0466-4c97-876e-9174fbd2889a" providerId="ADAL" clId="{99CE970B-2362-416B-8D4F-235584E35DF9}" dt="2024-12-18T13:54:46.372" v="14279" actId="20577"/>
        <pc:sldMkLst>
          <pc:docMk/>
          <pc:sldMk cId="1733383640" sldId="2146848295"/>
        </pc:sldMkLst>
      </pc:sldChg>
      <pc:sldChg chg="modSp mod modNotesTx">
        <pc:chgData name="Keller Ronny (ROK)" userId="8cec358c-0466-4c97-876e-9174fbd2889a" providerId="ADAL" clId="{99CE970B-2362-416B-8D4F-235584E35DF9}" dt="2024-12-18T13:54:58.504" v="14283" actId="20577"/>
        <pc:sldMkLst>
          <pc:docMk/>
          <pc:sldMk cId="1667274029" sldId="2146848296"/>
        </pc:sldMkLst>
      </pc:sldChg>
      <pc:sldChg chg="addSp delSp modSp mod ord delAnim modNotesTx">
        <pc:chgData name="Keller Ronny (ROK)" userId="8cec358c-0466-4c97-876e-9174fbd2889a" providerId="ADAL" clId="{99CE970B-2362-416B-8D4F-235584E35DF9}" dt="2024-12-18T13:58:07.860" v="14418" actId="20577"/>
        <pc:sldMkLst>
          <pc:docMk/>
          <pc:sldMk cId="2484373030" sldId="2146848297"/>
        </pc:sldMkLst>
      </pc:sldChg>
      <pc:sldChg chg="modSp mod modNotesTx">
        <pc:chgData name="Keller Ronny (ROK)" userId="8cec358c-0466-4c97-876e-9174fbd2889a" providerId="ADAL" clId="{99CE970B-2362-416B-8D4F-235584E35DF9}" dt="2024-12-18T15:10:22.670" v="15216" actId="20577"/>
        <pc:sldMkLst>
          <pc:docMk/>
          <pc:sldMk cId="3267715435" sldId="2146848298"/>
        </pc:sldMkLst>
      </pc:sldChg>
      <pc:sldChg chg="modNotesTx">
        <pc:chgData name="Keller Ronny (ROK)" userId="8cec358c-0466-4c97-876e-9174fbd2889a" providerId="ADAL" clId="{99CE970B-2362-416B-8D4F-235584E35DF9}" dt="2024-12-18T15:11:43.023" v="15281" actId="20577"/>
        <pc:sldMkLst>
          <pc:docMk/>
          <pc:sldMk cId="2555128935" sldId="2146848300"/>
        </pc:sldMkLst>
      </pc:sldChg>
      <pc:sldChg chg="modNotesTx">
        <pc:chgData name="Keller Ronny (ROK)" userId="8cec358c-0466-4c97-876e-9174fbd2889a" providerId="ADAL" clId="{99CE970B-2362-416B-8D4F-235584E35DF9}" dt="2024-12-18T15:12:39.221" v="15282" actId="20577"/>
        <pc:sldMkLst>
          <pc:docMk/>
          <pc:sldMk cId="2528190984" sldId="2146848301"/>
        </pc:sldMkLst>
      </pc:sldChg>
      <pc:sldChg chg="modNotesTx">
        <pc:chgData name="Keller Ronny (ROK)" userId="8cec358c-0466-4c97-876e-9174fbd2889a" providerId="ADAL" clId="{99CE970B-2362-416B-8D4F-235584E35DF9}" dt="2024-12-18T15:25:45.777" v="15556"/>
        <pc:sldMkLst>
          <pc:docMk/>
          <pc:sldMk cId="916920333" sldId="2146848302"/>
        </pc:sldMkLst>
      </pc:sldChg>
      <pc:sldChg chg="modNotesTx">
        <pc:chgData name="Keller Ronny (ROK)" userId="8cec358c-0466-4c97-876e-9174fbd2889a" providerId="ADAL" clId="{99CE970B-2362-416B-8D4F-235584E35DF9}" dt="2024-12-18T15:25:48.477" v="15557"/>
        <pc:sldMkLst>
          <pc:docMk/>
          <pc:sldMk cId="976644827" sldId="2146848303"/>
        </pc:sldMkLst>
      </pc:sldChg>
      <pc:sldChg chg="modNotesTx">
        <pc:chgData name="Keller Ronny (ROK)" userId="8cec358c-0466-4c97-876e-9174fbd2889a" providerId="ADAL" clId="{99CE970B-2362-416B-8D4F-235584E35DF9}" dt="2024-12-18T15:25:51.799" v="15558"/>
        <pc:sldMkLst>
          <pc:docMk/>
          <pc:sldMk cId="3209884452" sldId="2146848304"/>
        </pc:sldMkLst>
      </pc:sldChg>
      <pc:sldChg chg="addSp delSp modSp mod">
        <pc:chgData name="Keller Ronny (ROK)" userId="8cec358c-0466-4c97-876e-9174fbd2889a" providerId="ADAL" clId="{99CE970B-2362-416B-8D4F-235584E35DF9}" dt="2024-12-16T13:28:43.463" v="2026" actId="20577"/>
        <pc:sldMkLst>
          <pc:docMk/>
          <pc:sldMk cId="2896239797" sldId="2146848311"/>
        </pc:sldMkLst>
      </pc:sldChg>
      <pc:sldChg chg="modNotesTx">
        <pc:chgData name="Keller Ronny (ROK)" userId="8cec358c-0466-4c97-876e-9174fbd2889a" providerId="ADAL" clId="{99CE970B-2362-416B-8D4F-235584E35DF9}" dt="2024-12-17T15:43:44.503" v="6519"/>
        <pc:sldMkLst>
          <pc:docMk/>
          <pc:sldMk cId="4137564637" sldId="2146848312"/>
        </pc:sldMkLst>
      </pc:sldChg>
      <pc:sldChg chg="mod modShow">
        <pc:chgData name="Keller Ronny (ROK)" userId="8cec358c-0466-4c97-876e-9174fbd2889a" providerId="ADAL" clId="{99CE970B-2362-416B-8D4F-235584E35DF9}" dt="2024-12-19T10:27:16.961" v="19422" actId="729"/>
        <pc:sldMkLst>
          <pc:docMk/>
          <pc:sldMk cId="1955904328" sldId="2146848313"/>
        </pc:sldMkLst>
      </pc:sldChg>
      <pc:sldChg chg="del">
        <pc:chgData name="Keller Ronny (ROK)" userId="8cec358c-0466-4c97-876e-9174fbd2889a" providerId="ADAL" clId="{99CE970B-2362-416B-8D4F-235584E35DF9}" dt="2024-12-11T16:47:31.941" v="1389" actId="47"/>
        <pc:sldMkLst>
          <pc:docMk/>
          <pc:sldMk cId="1520747929" sldId="2146848314"/>
        </pc:sldMkLst>
      </pc:sldChg>
      <pc:sldChg chg="modNotesTx">
        <pc:chgData name="Keller Ronny (ROK)" userId="8cec358c-0466-4c97-876e-9174fbd2889a" providerId="ADAL" clId="{99CE970B-2362-416B-8D4F-235584E35DF9}" dt="2024-12-17T17:08:45.536" v="8879" actId="20577"/>
        <pc:sldMkLst>
          <pc:docMk/>
          <pc:sldMk cId="3300777883" sldId="2146848321"/>
        </pc:sldMkLst>
      </pc:sldChg>
      <pc:sldChg chg="modNotesTx">
        <pc:chgData name="Keller Ronny (ROK)" userId="8cec358c-0466-4c97-876e-9174fbd2889a" providerId="ADAL" clId="{99CE970B-2362-416B-8D4F-235584E35DF9}" dt="2024-12-17T17:08:30.456" v="8837"/>
        <pc:sldMkLst>
          <pc:docMk/>
          <pc:sldMk cId="2326291770" sldId="2146848322"/>
        </pc:sldMkLst>
      </pc:sldChg>
      <pc:sldChg chg="modNotesTx">
        <pc:chgData name="Keller Ronny (ROK)" userId="8cec358c-0466-4c97-876e-9174fbd2889a" providerId="ADAL" clId="{99CE970B-2362-416B-8D4F-235584E35DF9}" dt="2024-12-19T15:03:13.940" v="21735" actId="6549"/>
        <pc:sldMkLst>
          <pc:docMk/>
          <pc:sldMk cId="2681186625" sldId="2146848323"/>
        </pc:sldMkLst>
      </pc:sldChg>
      <pc:sldChg chg="ord">
        <pc:chgData name="Keller Ronny (ROK)" userId="8cec358c-0466-4c97-876e-9174fbd2889a" providerId="ADAL" clId="{99CE970B-2362-416B-8D4F-235584E35DF9}" dt="2024-12-17T17:22:30.326" v="9426"/>
        <pc:sldMkLst>
          <pc:docMk/>
          <pc:sldMk cId="1160159566" sldId="2146848331"/>
        </pc:sldMkLst>
      </pc:sldChg>
      <pc:sldChg chg="addSp modSp add del mod">
        <pc:chgData name="Keller Ronny (ROK)" userId="8cec358c-0466-4c97-876e-9174fbd2889a" providerId="ADAL" clId="{99CE970B-2362-416B-8D4F-235584E35DF9}" dt="2024-12-19T10:34:38.797" v="19439" actId="47"/>
        <pc:sldMkLst>
          <pc:docMk/>
          <pc:sldMk cId="1871293578" sldId="2146848332"/>
        </pc:sldMkLst>
      </pc:sldChg>
      <pc:sldChg chg="modSp add del mod">
        <pc:chgData name="Keller Ronny (ROK)" userId="8cec358c-0466-4c97-876e-9174fbd2889a" providerId="ADAL" clId="{99CE970B-2362-416B-8D4F-235584E35DF9}" dt="2024-12-11T15:44:37.824" v="209" actId="47"/>
        <pc:sldMkLst>
          <pc:docMk/>
          <pc:sldMk cId="3881163416" sldId="2146848332"/>
        </pc:sldMkLst>
      </pc:sldChg>
      <pc:sldChg chg="modSp add mod addAnim delAnim modShow modNotesTx">
        <pc:chgData name="Keller Ronny (ROK)" userId="8cec358c-0466-4c97-876e-9174fbd2889a" providerId="ADAL" clId="{99CE970B-2362-416B-8D4F-235584E35DF9}" dt="2024-12-17T14:11:42.141" v="3635"/>
        <pc:sldMkLst>
          <pc:docMk/>
          <pc:sldMk cId="1860718069" sldId="2146848333"/>
        </pc:sldMkLst>
      </pc:sldChg>
      <pc:sldChg chg="modSp add mod modNotesTx">
        <pc:chgData name="Keller Ronny (ROK)" userId="8cec358c-0466-4c97-876e-9174fbd2889a" providerId="ADAL" clId="{99CE970B-2362-416B-8D4F-235584E35DF9}" dt="2024-12-18T09:22:39.961" v="10944" actId="20577"/>
        <pc:sldMkLst>
          <pc:docMk/>
          <pc:sldMk cId="909886868" sldId="2146848334"/>
        </pc:sldMkLst>
      </pc:sldChg>
      <pc:sldChg chg="add modNotesTx">
        <pc:chgData name="Keller Ronny (ROK)" userId="8cec358c-0466-4c97-876e-9174fbd2889a" providerId="ADAL" clId="{99CE970B-2362-416B-8D4F-235584E35DF9}" dt="2024-12-17T16:59:15.209" v="8593" actId="20577"/>
        <pc:sldMkLst>
          <pc:docMk/>
          <pc:sldMk cId="1276677174" sldId="2146848345"/>
        </pc:sldMkLst>
      </pc:sldChg>
      <pc:sldChg chg="addSp delSp modSp add mod delAnim modAnim">
        <pc:chgData name="Keller Ronny (ROK)" userId="8cec358c-0466-4c97-876e-9174fbd2889a" providerId="ADAL" clId="{99CE970B-2362-416B-8D4F-235584E35DF9}" dt="2024-12-11T17:03:17.760" v="1975" actId="478"/>
        <pc:sldMkLst>
          <pc:docMk/>
          <pc:sldMk cId="4055113284" sldId="2146848346"/>
        </pc:sldMkLst>
      </pc:sldChg>
      <pc:sldChg chg="add modNotesTx">
        <pc:chgData name="Keller Ronny (ROK)" userId="8cec358c-0466-4c97-876e-9174fbd2889a" providerId="ADAL" clId="{99CE970B-2362-416B-8D4F-235584E35DF9}" dt="2024-12-17T16:59:07.083" v="8587" actId="114"/>
        <pc:sldMkLst>
          <pc:docMk/>
          <pc:sldMk cId="3906641147" sldId="2146848351"/>
        </pc:sldMkLst>
      </pc:sldChg>
      <pc:sldChg chg="add">
        <pc:chgData name="Keller Ronny (ROK)" userId="8cec358c-0466-4c97-876e-9174fbd2889a" providerId="ADAL" clId="{99CE970B-2362-416B-8D4F-235584E35DF9}" dt="2024-12-11T16:53:33.214" v="1495"/>
        <pc:sldMkLst>
          <pc:docMk/>
          <pc:sldMk cId="545564259" sldId="2146848370"/>
        </pc:sldMkLst>
      </pc:sldChg>
      <pc:sldChg chg="add modNotesTx">
        <pc:chgData name="Keller Ronny (ROK)" userId="8cec358c-0466-4c97-876e-9174fbd2889a" providerId="ADAL" clId="{99CE970B-2362-416B-8D4F-235584E35DF9}" dt="2024-12-17T14:13:13.484" v="3842" actId="20577"/>
        <pc:sldMkLst>
          <pc:docMk/>
          <pc:sldMk cId="3620313793" sldId="2146848372"/>
        </pc:sldMkLst>
      </pc:sldChg>
      <pc:sldChg chg="add ord modNotesTx">
        <pc:chgData name="Keller Ronny (ROK)" userId="8cec358c-0466-4c97-876e-9174fbd2889a" providerId="ADAL" clId="{99CE970B-2362-416B-8D4F-235584E35DF9}" dt="2024-12-19T10:08:45.694" v="18790" actId="20577"/>
        <pc:sldMkLst>
          <pc:docMk/>
          <pc:sldMk cId="3875038069" sldId="2146848373"/>
        </pc:sldMkLst>
      </pc:sldChg>
      <pc:sldChg chg="add del ord">
        <pc:chgData name="Keller Ronny (ROK)" userId="8cec358c-0466-4c97-876e-9174fbd2889a" providerId="ADAL" clId="{99CE970B-2362-416B-8D4F-235584E35DF9}" dt="2024-12-19T10:08:52.823" v="18791" actId="47"/>
        <pc:sldMkLst>
          <pc:docMk/>
          <pc:sldMk cId="4007629801" sldId="2146848374"/>
        </pc:sldMkLst>
      </pc:sldChg>
      <pc:sldChg chg="modSp add mod modNotesTx">
        <pc:chgData name="Keller Ronny (ROK)" userId="8cec358c-0466-4c97-876e-9174fbd2889a" providerId="ADAL" clId="{99CE970B-2362-416B-8D4F-235584E35DF9}" dt="2024-12-17T17:22:52.842" v="9427"/>
        <pc:sldMkLst>
          <pc:docMk/>
          <pc:sldMk cId="2112849513" sldId="2146848375"/>
        </pc:sldMkLst>
      </pc:sldChg>
      <pc:sldChg chg="modSp add mod setBg">
        <pc:chgData name="Keller Ronny (ROK)" userId="8cec358c-0466-4c97-876e-9174fbd2889a" providerId="ADAL" clId="{99CE970B-2362-416B-8D4F-235584E35DF9}" dt="2024-12-11T17:03:08.681" v="1974" actId="20577"/>
        <pc:sldMkLst>
          <pc:docMk/>
          <pc:sldMk cId="3323829139" sldId="2146848376"/>
        </pc:sldMkLst>
      </pc:sldChg>
      <pc:sldChg chg="modSp add mod">
        <pc:chgData name="Keller Ronny (ROK)" userId="8cec358c-0466-4c97-876e-9174fbd2889a" providerId="ADAL" clId="{99CE970B-2362-416B-8D4F-235584E35DF9}" dt="2024-12-19T13:33:10.239" v="21220" actId="20577"/>
        <pc:sldMkLst>
          <pc:docMk/>
          <pc:sldMk cId="1585436625" sldId="2146848377"/>
        </pc:sldMkLst>
      </pc:sldChg>
      <pc:sldChg chg="add del">
        <pc:chgData name="Keller Ronny (ROK)" userId="8cec358c-0466-4c97-876e-9174fbd2889a" providerId="ADAL" clId="{99CE970B-2362-416B-8D4F-235584E35DF9}" dt="2024-12-18T10:38:10.468" v="12392" actId="47"/>
        <pc:sldMkLst>
          <pc:docMk/>
          <pc:sldMk cId="598795267" sldId="2146848378"/>
        </pc:sldMkLst>
      </pc:sldChg>
      <pc:sldChg chg="new del">
        <pc:chgData name="Keller Ronny (ROK)" userId="8cec358c-0466-4c97-876e-9174fbd2889a" providerId="ADAL" clId="{99CE970B-2362-416B-8D4F-235584E35DF9}" dt="2024-12-19T07:25:03.724" v="16579" actId="680"/>
        <pc:sldMkLst>
          <pc:docMk/>
          <pc:sldMk cId="962587568" sldId="2146848378"/>
        </pc:sldMkLst>
      </pc:sldChg>
      <pc:sldChg chg="new del">
        <pc:chgData name="Keller Ronny (ROK)" userId="8cec358c-0466-4c97-876e-9174fbd2889a" providerId="ADAL" clId="{99CE970B-2362-416B-8D4F-235584E35DF9}" dt="2024-12-17T13:33:05.228" v="3052" actId="680"/>
        <pc:sldMkLst>
          <pc:docMk/>
          <pc:sldMk cId="2963536153" sldId="2146848378"/>
        </pc:sldMkLst>
      </pc:sldChg>
      <pc:sldChg chg="add modAnim modNotesTx">
        <pc:chgData name="Keller Ronny (ROK)" userId="8cec358c-0466-4c97-876e-9174fbd2889a" providerId="ADAL" clId="{99CE970B-2362-416B-8D4F-235584E35DF9}" dt="2024-12-19T09:20:29.018" v="18337"/>
        <pc:sldMkLst>
          <pc:docMk/>
          <pc:sldMk cId="3150528801" sldId="2146848378"/>
        </pc:sldMkLst>
      </pc:sldChg>
      <pc:sldChg chg="add del">
        <pc:chgData name="Keller Ronny (ROK)" userId="8cec358c-0466-4c97-876e-9174fbd2889a" providerId="ADAL" clId="{99CE970B-2362-416B-8D4F-235584E35DF9}" dt="2024-12-18T10:41:33.993" v="12417" actId="47"/>
        <pc:sldMkLst>
          <pc:docMk/>
          <pc:sldMk cId="1798605067" sldId="2146848379"/>
        </pc:sldMkLst>
      </pc:sldChg>
      <pc:sldChg chg="add">
        <pc:chgData name="Keller Ronny (ROK)" userId="8cec358c-0466-4c97-876e-9174fbd2889a" providerId="ADAL" clId="{99CE970B-2362-416B-8D4F-235584E35DF9}" dt="2024-12-19T10:08:55.447" v="18792"/>
        <pc:sldMkLst>
          <pc:docMk/>
          <pc:sldMk cId="1967463903" sldId="2146848379"/>
        </pc:sldMkLst>
      </pc:sldChg>
      <pc:sldChg chg="modSp add del mod setBg">
        <pc:chgData name="Keller Ronny (ROK)" userId="8cec358c-0466-4c97-876e-9174fbd2889a" providerId="ADAL" clId="{99CE970B-2362-416B-8D4F-235584E35DF9}" dt="2024-12-18T10:41:32.545" v="12416" actId="47"/>
        <pc:sldMkLst>
          <pc:docMk/>
          <pc:sldMk cId="1160603697" sldId="2146848380"/>
        </pc:sldMkLst>
      </pc:sldChg>
      <pc:sldChg chg="add">
        <pc:chgData name="Keller Ronny (ROK)" userId="8cec358c-0466-4c97-876e-9174fbd2889a" providerId="ADAL" clId="{99CE970B-2362-416B-8D4F-235584E35DF9}" dt="2024-12-19T10:08:57.168" v="18793"/>
        <pc:sldMkLst>
          <pc:docMk/>
          <pc:sldMk cId="2953937042" sldId="2146848380"/>
        </pc:sldMkLst>
      </pc:sldChg>
    </pc:docChg>
  </pc:docChgLst>
  <pc:docChgLst>
    <pc:chgData name="Keller Ronny (ROK)" userId="8cec358c-0466-4c97-876e-9174fbd2889a" providerId="ADAL" clId="{69875BB3-C2ED-4B5D-A050-6D33405BBA4D}"/>
    <pc:docChg chg="custSel modSld">
      <pc:chgData name="Keller Ronny (ROK)" userId="8cec358c-0466-4c97-876e-9174fbd2889a" providerId="ADAL" clId="{69875BB3-C2ED-4B5D-A050-6D33405BBA4D}" dt="2024-09-25T07:54:52.379" v="158" actId="20577"/>
      <pc:docMkLst>
        <pc:docMk/>
      </pc:docMkLst>
      <pc:sldChg chg="modSp mod">
        <pc:chgData name="Keller Ronny (ROK)" userId="8cec358c-0466-4c97-876e-9174fbd2889a" providerId="ADAL" clId="{69875BB3-C2ED-4B5D-A050-6D33405BBA4D}" dt="2024-09-25T07:54:52.379" v="158" actId="20577"/>
        <pc:sldMkLst>
          <pc:docMk/>
          <pc:sldMk cId="4101066509" sldId="4998"/>
        </pc:sldMkLst>
      </pc:sldChg>
      <pc:sldChg chg="modSp mod">
        <pc:chgData name="Keller Ronny (ROK)" userId="8cec358c-0466-4c97-876e-9174fbd2889a" providerId="ADAL" clId="{69875BB3-C2ED-4B5D-A050-6D33405BBA4D}" dt="2024-09-25T07:54:41.708" v="155" actId="20577"/>
        <pc:sldMkLst>
          <pc:docMk/>
          <pc:sldMk cId="1408252367" sldId="5261"/>
        </pc:sldMkLst>
      </pc:sldChg>
      <pc:sldChg chg="modSp mod">
        <pc:chgData name="Keller Ronny (ROK)" userId="8cec358c-0466-4c97-876e-9174fbd2889a" providerId="ADAL" clId="{69875BB3-C2ED-4B5D-A050-6D33405BBA4D}" dt="2024-09-25T07:54:32.211" v="149" actId="20577"/>
        <pc:sldMkLst>
          <pc:docMk/>
          <pc:sldMk cId="1423708962" sldId="6044"/>
        </pc:sldMkLst>
      </pc:sldChg>
      <pc:sldChg chg="modSp mod">
        <pc:chgData name="Keller Ronny (ROK)" userId="8cec358c-0466-4c97-876e-9174fbd2889a" providerId="ADAL" clId="{69875BB3-C2ED-4B5D-A050-6D33405BBA4D}" dt="2024-09-25T07:43:36.971" v="146" actId="13926"/>
        <pc:sldMkLst>
          <pc:docMk/>
          <pc:sldMk cId="3246385698" sldId="2146848207"/>
        </pc:sldMkLst>
      </pc:sldChg>
    </pc:docChg>
  </pc:docChgLst>
  <pc:docChgLst>
    <pc:chgData name="Keller Ronny (ROK)" userId="8cec358c-0466-4c97-876e-9174fbd2889a" providerId="ADAL" clId="{F979B6BF-E7C9-47BC-97DE-0EFD39F8CD7E}"/>
    <pc:docChg chg="custSel modSld">
      <pc:chgData name="Keller Ronny (ROK)" userId="8cec358c-0466-4c97-876e-9174fbd2889a" providerId="ADAL" clId="{F979B6BF-E7C9-47BC-97DE-0EFD39F8CD7E}" dt="2024-11-07T10:59:31.937" v="369" actId="20577"/>
      <pc:docMkLst>
        <pc:docMk/>
      </pc:docMkLst>
      <pc:sldChg chg="modSp mod">
        <pc:chgData name="Keller Ronny (ROK)" userId="8cec358c-0466-4c97-876e-9174fbd2889a" providerId="ADAL" clId="{F979B6BF-E7C9-47BC-97DE-0EFD39F8CD7E}" dt="2024-11-07T09:44:59.142" v="116" actId="20577"/>
        <pc:sldMkLst>
          <pc:docMk/>
          <pc:sldMk cId="1240362269" sldId="6010"/>
        </pc:sldMkLst>
      </pc:sldChg>
      <pc:sldChg chg="modSp mod">
        <pc:chgData name="Keller Ronny (ROK)" userId="8cec358c-0466-4c97-876e-9174fbd2889a" providerId="ADAL" clId="{F979B6BF-E7C9-47BC-97DE-0EFD39F8CD7E}" dt="2024-11-07T10:46:15.899" v="255" actId="6549"/>
        <pc:sldMkLst>
          <pc:docMk/>
          <pc:sldMk cId="507570516" sldId="6040"/>
        </pc:sldMkLst>
      </pc:sldChg>
      <pc:sldChg chg="modSp mod">
        <pc:chgData name="Keller Ronny (ROK)" userId="8cec358c-0466-4c97-876e-9174fbd2889a" providerId="ADAL" clId="{F979B6BF-E7C9-47BC-97DE-0EFD39F8CD7E}" dt="2024-11-07T10:48:27.210" v="326" actId="20577"/>
        <pc:sldMkLst>
          <pc:docMk/>
          <pc:sldMk cId="612857534" sldId="6089"/>
        </pc:sldMkLst>
      </pc:sldChg>
      <pc:sldChg chg="modSp mod">
        <pc:chgData name="Keller Ronny (ROK)" userId="8cec358c-0466-4c97-876e-9174fbd2889a" providerId="ADAL" clId="{F979B6BF-E7C9-47BC-97DE-0EFD39F8CD7E}" dt="2024-11-07T10:59:31.937" v="369" actId="20577"/>
        <pc:sldMkLst>
          <pc:docMk/>
          <pc:sldMk cId="3246385698" sldId="214684820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E676F6-F7FF-45A3-A2C3-7594A19EC6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5B9F-2446-4DD8-882A-74B42C5171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7F81F-703A-486A-ABDB-8FD28DBE1C9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A8080-C5E6-4CAA-8935-D6036BF2D8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33C99-2A73-4EF0-A4C6-4C899BEF70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14E94-0214-4629-B180-35145CB5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0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3T09:15:23.908"/>
    </inkml:context>
    <inkml:brush xml:id="br0">
      <inkml:brushProperty name="width" value="0.1" units="cm"/>
      <inkml:brushProperty name="height" value="0.2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0,'1111'0,"-1083"2,56 9,-56-6,54 3,213-9,-274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3T09:15:27.379"/>
    </inkml:context>
    <inkml:brush xml:id="br0">
      <inkml:brushProperty name="width" value="0.1" units="cm"/>
      <inkml:brushProperty name="height" value="0.2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7CC5-2BF5-4715-A2D9-EB8D14F8111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4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4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8EF2-3FE4-4244-93B5-BDDBC036C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095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765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03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2000" dirty="0"/>
              <a:t>Berufsunfälle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878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https://www.google.de/search?q=suva+bellikon+prothesen&amp;safe=active&amp;source=lnms&amp;tbm=isch&amp;sa=X&amp;ved=0ahUKEwjei4rk34jVAhVBWBoKHZKhCvIQ_AUIBygC&amp;biw=1920&amp;bih=1105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90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Abfrage auf Flipchart zusammenfassen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598EF2-3FE4-4244-93B5-BDDBC036C6E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77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0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21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2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29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0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32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34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5.xml.rels><?xml version="1.0" encoding="UTF-8"?>
<Relationships xmlns="http://schemas.openxmlformats.org/package/2006/relationships">
  <Relationship Id="rId2" Type="http://schemas.openxmlformats.org/officeDocument/2006/relationships/image" Target="../media/image3.emf"></Relationship>
  <Relationship Id="rId1" Type="http://schemas.openxmlformats.org/officeDocument/2006/relationships/slideMaster" Target="../slideMasters/slideMaster2.xml"></Relationship>
</Relationships>

</file>

<file path=ppt/slideLayouts/_rels/slideLayout36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38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3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40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41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4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4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4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45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46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47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48.xml.rels><?xml version="1.0" encoding="UTF-8"?>
<Relationships xmlns="http://schemas.openxmlformats.org/package/2006/relationships">
  <Relationship Id="rId2" Type="http://schemas.openxmlformats.org/officeDocument/2006/relationships/image" Target="../media/image3.emf"></Relationship>
  <Relationship Id="rId1" Type="http://schemas.openxmlformats.org/officeDocument/2006/relationships/slideMaster" Target="../slideMasters/slideMaster2.xml"></Relationship>
</Relationships>

</file>

<file path=ppt/slideLayouts/_rels/slideLayout4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5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51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5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5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54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5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56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57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58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5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6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61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62.xml.rels><?xml version="1.0" encoding="UTF-8"?>
<Relationships xmlns="http://schemas.openxmlformats.org/package/2006/relationships">
  <Relationship Id="rId2" Type="http://schemas.openxmlformats.org/officeDocument/2006/relationships/image" Target="../media/image3.emf"></Relationship>
  <Relationship Id="rId1" Type="http://schemas.openxmlformats.org/officeDocument/2006/relationships/slideMaster" Target="../slideMasters/slideMaster2.xml"></Relationship>
</Relationships>

</file>

<file path=ppt/slideLayouts/_rels/slideLayout6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6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65.xml.rels><?xml version="1.0" encoding="UTF-8"?>
<Relationships xmlns="http://schemas.openxmlformats.org/package/2006/relationships">
  <Relationship Id="rId2" Type="http://schemas.openxmlformats.org/officeDocument/2006/relationships/image" Target="../media/image3.emf"></Relationship>
  <Relationship Id="rId1" Type="http://schemas.openxmlformats.org/officeDocument/2006/relationships/slideMaster" Target="../slideMasters/slideMaster2.xml"></Relationship>
</Relationships>

</file>

<file path=ppt/slideLayouts/_rels/slideLayout66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67.xml.rels><?xml version="1.0" encoding="UTF-8"?>
<Relationships xmlns="http://schemas.openxmlformats.org/package/2006/relationships">
  <Relationship Id="rId2" Type="http://schemas.openxmlformats.org/officeDocument/2006/relationships/image" Target="../media/image3.emf"></Relationship>
  <Relationship Id="rId1" Type="http://schemas.openxmlformats.org/officeDocument/2006/relationships/slideMaster" Target="../slideMasters/slideMaster2.xml"></Relationship>
</Relationships>

</file>

<file path=ppt/slideLayouts/_rels/slideLayout68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69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7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2.xml.rels><?xml version="1.0" encoding="UTF-8"?>
<Relationships xmlns="http://schemas.openxmlformats.org/package/2006/relationships">
  <Relationship Id="rId2" Type="http://schemas.openxmlformats.org/officeDocument/2006/relationships/image" Target="../media/image1.emf"></Relationship>
  <Relationship Id="rId1" Type="http://schemas.openxmlformats.org/officeDocument/2006/relationships/slideMaster" Target="../slideMasters/slideMaster2.xml"></Relationship>
</Relationships>

</file>

<file path=ppt/slideLayouts/_rels/slideLayout7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_rels/slideLayout7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2.xml"></Relationship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" t="18191" r="1385" b="32722"/>
          <a:stretch/>
        </p:blipFill>
        <p:spPr>
          <a:xfrm>
            <a:off x="0" y="550800"/>
            <a:ext cx="11640616" cy="388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individu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9145016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9145016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de-DE" dirty="0"/>
              <a:t>Bild, Grafik, Logo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7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  <a:endParaRPr lang="de-CH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49275"/>
            <a:ext cx="11641138" cy="38877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232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00850-F1BF-4783-BAD3-3D381EA24A86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21D3F-E201-4FDC-91C5-D658BB790A7C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4400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8879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5831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96D8-0BD4-4C4C-AF61-3B33D846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895C78-CED8-4E2D-A77E-844F8CC4593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0032-627B-419F-A984-806F4AE6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7D19-2849-4174-911F-D6D1028F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57451D-4E66-4E74-B1E0-6A7594FFE79C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2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98D5-D76F-4118-AC77-0FA5F222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D4C-A2A5-45D7-8FC7-71E9089F31B7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6B79-C6A5-40DB-82BA-B6B2FD7C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E3E9-A6E6-4BB4-BAE7-2D028BD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E615-59AB-43FA-AD56-B2490B7B2CB2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64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E69D-6B59-4C5F-93DB-912F3C34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616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0659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3244-0D8A-4D1A-AD55-BB0F44359387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6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FA0A9-9546-47F1-8E53-927F52F202EF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77975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86674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99EB2-FFDA-4301-9C8A-5AB7C30B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9132BB1-EC3C-4C63-9A7A-ABF96E50CAAA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AE397-E1E2-4191-B95B-3E696B9B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2B0ED-1EEF-448A-B788-EF6071EDF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1CA1D8-EB92-4908-AF20-BCAA06C7A08A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55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7570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  <a:endParaRPr lang="de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398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6384925" y="1557338"/>
            <a:ext cx="5256213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C1C6-F47A-4C0C-9C14-866C0EC578C3}" type="datetime1">
              <a:rPr lang="de-CH" smtClean="0"/>
              <a:t>17.03.2026</a:t>
            </a:fld>
            <a:endParaRPr lang="de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Präsentationstitel (Arial Regular, 10 pt/Zab 14 pt)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F90-CB8F-4C63-AE2B-73BBDDDDDEFF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41635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vidé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FB40-E772-4127-8929-94FBA3E7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FD523-1389-624E-8759-942BCDB20D64}" type="datetime1">
              <a:rPr lang="de-CH" smtClean="0"/>
              <a:t>17.03.2026</a:t>
            </a:fld>
            <a:endParaRPr lang="fr-CH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960EC-B9A7-4148-86F0-3673FA77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institutionnelle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D717-1871-4717-92C5-C10B1B25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FA0A9-9546-47F1-8E53-927F52F202EF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fr-CH" dirty="0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fr-CH"/>
              <a:t>Vidéo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612127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denauswer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7850"/>
            <a:ext cx="11089232" cy="568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E1B2300-B85F-45B8-A7D1-E5B0F44BD8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6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6046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ues Design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5F26A26-9E05-4958-B36F-5970BE9D3AC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152614 w 12192000"/>
              <a:gd name="connsiteY0" fmla="*/ 3448729 h 6858000"/>
              <a:gd name="connsiteX1" fmla="*/ 7148983 w 12192000"/>
              <a:gd name="connsiteY1" fmla="*/ 3527574 h 6858000"/>
              <a:gd name="connsiteX2" fmla="*/ 7032838 w 12192000"/>
              <a:gd name="connsiteY2" fmla="*/ 3623836 h 6858000"/>
              <a:gd name="connsiteX3" fmla="*/ 6951134 w 12192000"/>
              <a:gd name="connsiteY3" fmla="*/ 3556102 h 6858000"/>
              <a:gd name="connsiteX4" fmla="*/ 7031991 w 12192000"/>
              <a:gd name="connsiteY4" fmla="*/ 3480325 h 6858000"/>
              <a:gd name="connsiteX5" fmla="*/ 7098560 w 12192000"/>
              <a:gd name="connsiteY5" fmla="*/ 3467149 h 6858000"/>
              <a:gd name="connsiteX6" fmla="*/ 7152641 w 12192000"/>
              <a:gd name="connsiteY6" fmla="*/ 3448152 h 6858000"/>
              <a:gd name="connsiteX7" fmla="*/ 7153064 w 12192000"/>
              <a:gd name="connsiteY7" fmla="*/ 3448576 h 6858000"/>
              <a:gd name="connsiteX8" fmla="*/ 7152614 w 12192000"/>
              <a:gd name="connsiteY8" fmla="*/ 3448729 h 6858000"/>
              <a:gd name="connsiteX9" fmla="*/ 6118861 w 12192000"/>
              <a:gd name="connsiteY9" fmla="*/ 3129806 h 6858000"/>
              <a:gd name="connsiteX10" fmla="*/ 6318251 w 12192000"/>
              <a:gd name="connsiteY10" fmla="*/ 3727976 h 6858000"/>
              <a:gd name="connsiteX11" fmla="*/ 6543888 w 12192000"/>
              <a:gd name="connsiteY11" fmla="*/ 3727976 h 6858000"/>
              <a:gd name="connsiteX12" fmla="*/ 6744548 w 12192000"/>
              <a:gd name="connsiteY12" fmla="*/ 3129806 h 6858000"/>
              <a:gd name="connsiteX13" fmla="*/ 6545158 w 12192000"/>
              <a:gd name="connsiteY13" fmla="*/ 3129806 h 6858000"/>
              <a:gd name="connsiteX14" fmla="*/ 6435091 w 12192000"/>
              <a:gd name="connsiteY14" fmla="*/ 3524776 h 6858000"/>
              <a:gd name="connsiteX15" fmla="*/ 6432551 w 12192000"/>
              <a:gd name="connsiteY15" fmla="*/ 3524776 h 6858000"/>
              <a:gd name="connsiteX16" fmla="*/ 6323331 w 12192000"/>
              <a:gd name="connsiteY16" fmla="*/ 3129806 h 6858000"/>
              <a:gd name="connsiteX17" fmla="*/ 5880525 w 12192000"/>
              <a:gd name="connsiteY17" fmla="*/ 3129806 h 6858000"/>
              <a:gd name="connsiteX18" fmla="*/ 5880525 w 12192000"/>
              <a:gd name="connsiteY18" fmla="*/ 3450269 h 6858000"/>
              <a:gd name="connsiteX19" fmla="*/ 5773422 w 12192000"/>
              <a:gd name="connsiteY19" fmla="*/ 3584465 h 6858000"/>
              <a:gd name="connsiteX20" fmla="*/ 5676479 w 12192000"/>
              <a:gd name="connsiteY20" fmla="*/ 3477362 h 6858000"/>
              <a:gd name="connsiteX21" fmla="*/ 5676479 w 12192000"/>
              <a:gd name="connsiteY21" fmla="*/ 3130229 h 6858000"/>
              <a:gd name="connsiteX22" fmla="*/ 5480476 w 12192000"/>
              <a:gd name="connsiteY22" fmla="*/ 3130229 h 6858000"/>
              <a:gd name="connsiteX23" fmla="*/ 5480476 w 12192000"/>
              <a:gd name="connsiteY23" fmla="*/ 3489639 h 6858000"/>
              <a:gd name="connsiteX24" fmla="*/ 5701032 w 12192000"/>
              <a:gd name="connsiteY24" fmla="*/ 3745332 h 6858000"/>
              <a:gd name="connsiteX25" fmla="*/ 5883489 w 12192000"/>
              <a:gd name="connsiteY25" fmla="*/ 3645849 h 6858000"/>
              <a:gd name="connsiteX26" fmla="*/ 5885182 w 12192000"/>
              <a:gd name="connsiteY26" fmla="*/ 3645849 h 6858000"/>
              <a:gd name="connsiteX27" fmla="*/ 5885182 w 12192000"/>
              <a:gd name="connsiteY27" fmla="*/ 3728399 h 6858000"/>
              <a:gd name="connsiteX28" fmla="*/ 6075681 w 12192000"/>
              <a:gd name="connsiteY28" fmla="*/ 3728399 h 6858000"/>
              <a:gd name="connsiteX29" fmla="*/ 6075681 w 12192000"/>
              <a:gd name="connsiteY29" fmla="*/ 3129806 h 6858000"/>
              <a:gd name="connsiteX30" fmla="*/ 7063741 w 12192000"/>
              <a:gd name="connsiteY30" fmla="*/ 3112449 h 6858000"/>
              <a:gd name="connsiteX31" fmla="*/ 6873664 w 12192000"/>
              <a:gd name="connsiteY31" fmla="*/ 3154782 h 6858000"/>
              <a:gd name="connsiteX32" fmla="*/ 6780108 w 12192000"/>
              <a:gd name="connsiteY32" fmla="*/ 3314379 h 6858000"/>
              <a:gd name="connsiteX33" fmla="*/ 6963411 w 12192000"/>
              <a:gd name="connsiteY33" fmla="*/ 3314379 h 6858000"/>
              <a:gd name="connsiteX34" fmla="*/ 7061201 w 12192000"/>
              <a:gd name="connsiteY34" fmla="*/ 3240295 h 6858000"/>
              <a:gd name="connsiteX35" fmla="*/ 7155604 w 12192000"/>
              <a:gd name="connsiteY35" fmla="*/ 3301679 h 6858000"/>
              <a:gd name="connsiteX36" fmla="*/ 7103958 w 12192000"/>
              <a:gd name="connsiteY36" fmla="*/ 3357135 h 6858000"/>
              <a:gd name="connsiteX37" fmla="*/ 6755554 w 12192000"/>
              <a:gd name="connsiteY37" fmla="*/ 3563722 h 6858000"/>
              <a:gd name="connsiteX38" fmla="*/ 6960447 w 12192000"/>
              <a:gd name="connsiteY38" fmla="*/ 3745332 h 6858000"/>
              <a:gd name="connsiteX39" fmla="*/ 7157298 w 12192000"/>
              <a:gd name="connsiteY39" fmla="*/ 3670825 h 6858000"/>
              <a:gd name="connsiteX40" fmla="*/ 7169151 w 12192000"/>
              <a:gd name="connsiteY40" fmla="*/ 3727552 h 6858000"/>
              <a:gd name="connsiteX41" fmla="*/ 7366001 w 12192000"/>
              <a:gd name="connsiteY41" fmla="*/ 3727552 h 6858000"/>
              <a:gd name="connsiteX42" fmla="*/ 7343141 w 12192000"/>
              <a:gd name="connsiteY42" fmla="*/ 3574729 h 6858000"/>
              <a:gd name="connsiteX43" fmla="*/ 7343141 w 12192000"/>
              <a:gd name="connsiteY43" fmla="*/ 3313109 h 6858000"/>
              <a:gd name="connsiteX44" fmla="*/ 7063741 w 12192000"/>
              <a:gd name="connsiteY44" fmla="*/ 3112449 h 6858000"/>
              <a:gd name="connsiteX45" fmla="*/ 5109212 w 12192000"/>
              <a:gd name="connsiteY45" fmla="*/ 3112449 h 6858000"/>
              <a:gd name="connsiteX46" fmla="*/ 4835739 w 12192000"/>
              <a:gd name="connsiteY46" fmla="*/ 3295752 h 6858000"/>
              <a:gd name="connsiteX47" fmla="*/ 5113446 w 12192000"/>
              <a:gd name="connsiteY47" fmla="*/ 3492179 h 6858000"/>
              <a:gd name="connsiteX48" fmla="*/ 5207849 w 12192000"/>
              <a:gd name="connsiteY48" fmla="*/ 3555255 h 6858000"/>
              <a:gd name="connsiteX49" fmla="*/ 5115986 w 12192000"/>
              <a:gd name="connsiteY49" fmla="*/ 3619179 h 6858000"/>
              <a:gd name="connsiteX50" fmla="*/ 5043595 w 12192000"/>
              <a:gd name="connsiteY50" fmla="*/ 3598012 h 6858000"/>
              <a:gd name="connsiteX51" fmla="*/ 5012269 w 12192000"/>
              <a:gd name="connsiteY51" fmla="*/ 3531125 h 6858000"/>
              <a:gd name="connsiteX52" fmla="*/ 4826002 w 12192000"/>
              <a:gd name="connsiteY52" fmla="*/ 3531125 h 6858000"/>
              <a:gd name="connsiteX53" fmla="*/ 5118102 w 12192000"/>
              <a:gd name="connsiteY53" fmla="*/ 3745755 h 6858000"/>
              <a:gd name="connsiteX54" fmla="*/ 5405122 w 12192000"/>
              <a:gd name="connsiteY54" fmla="*/ 3532395 h 6858000"/>
              <a:gd name="connsiteX55" fmla="*/ 5253146 w 12192000"/>
              <a:gd name="connsiteY55" fmla="*/ 3371106 h 6858000"/>
              <a:gd name="connsiteX56" fmla="*/ 5032589 w 12192000"/>
              <a:gd name="connsiteY56" fmla="*/ 3285169 h 6858000"/>
              <a:gd name="connsiteX57" fmla="*/ 5116409 w 12192000"/>
              <a:gd name="connsiteY57" fmla="*/ 3240295 h 6858000"/>
              <a:gd name="connsiteX58" fmla="*/ 5177792 w 12192000"/>
              <a:gd name="connsiteY58" fmla="*/ 3254689 h 6858000"/>
              <a:gd name="connsiteX59" fmla="*/ 5203192 w 12192000"/>
              <a:gd name="connsiteY59" fmla="*/ 3306759 h 6858000"/>
              <a:gd name="connsiteX60" fmla="*/ 5384379 w 12192000"/>
              <a:gd name="connsiteY60" fmla="*/ 3306759 h 6858000"/>
              <a:gd name="connsiteX61" fmla="*/ 5109212 w 12192000"/>
              <a:gd name="connsiteY61" fmla="*/ 3112449 h 6858000"/>
              <a:gd name="connsiteX62" fmla="*/ 0 w 12192000"/>
              <a:gd name="connsiteY62" fmla="*/ 0 h 6858000"/>
              <a:gd name="connsiteX63" fmla="*/ 12192000 w 12192000"/>
              <a:gd name="connsiteY63" fmla="*/ 0 h 6858000"/>
              <a:gd name="connsiteX64" fmla="*/ 12192000 w 12192000"/>
              <a:gd name="connsiteY64" fmla="*/ 6858000 h 6858000"/>
              <a:gd name="connsiteX65" fmla="*/ 0 w 12192000"/>
              <a:gd name="connsiteY6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192000" h="6858000">
                <a:moveTo>
                  <a:pt x="7152614" y="3448729"/>
                </a:moveTo>
                <a:lnTo>
                  <a:pt x="7148983" y="3527574"/>
                </a:lnTo>
                <a:cubicBezTo>
                  <a:pt x="7137772" y="3594308"/>
                  <a:pt x="7102688" y="3623836"/>
                  <a:pt x="7032838" y="3623836"/>
                </a:cubicBezTo>
                <a:cubicBezTo>
                  <a:pt x="6989234" y="3623836"/>
                  <a:pt x="6951134" y="3604785"/>
                  <a:pt x="6951134" y="3556102"/>
                </a:cubicBezTo>
                <a:cubicBezTo>
                  <a:pt x="6951134" y="3507419"/>
                  <a:pt x="6988387" y="3490485"/>
                  <a:pt x="7031991" y="3480325"/>
                </a:cubicBezTo>
                <a:cubicBezTo>
                  <a:pt x="7053793" y="3475245"/>
                  <a:pt x="7077182" y="3471647"/>
                  <a:pt x="7098560" y="3467149"/>
                </a:cubicBezTo>
                <a:close/>
                <a:moveTo>
                  <a:pt x="7152641" y="3448152"/>
                </a:moveTo>
                <a:lnTo>
                  <a:pt x="7153064" y="3448576"/>
                </a:lnTo>
                <a:lnTo>
                  <a:pt x="7152614" y="3448729"/>
                </a:lnTo>
                <a:close/>
                <a:moveTo>
                  <a:pt x="6118861" y="3129806"/>
                </a:moveTo>
                <a:lnTo>
                  <a:pt x="6318251" y="3727976"/>
                </a:lnTo>
                <a:lnTo>
                  <a:pt x="6543888" y="3727976"/>
                </a:lnTo>
                <a:lnTo>
                  <a:pt x="6744548" y="3129806"/>
                </a:lnTo>
                <a:lnTo>
                  <a:pt x="6545158" y="3129806"/>
                </a:lnTo>
                <a:lnTo>
                  <a:pt x="6435091" y="3524776"/>
                </a:lnTo>
                <a:lnTo>
                  <a:pt x="6432551" y="3524776"/>
                </a:lnTo>
                <a:lnTo>
                  <a:pt x="6323331" y="3129806"/>
                </a:lnTo>
                <a:close/>
                <a:moveTo>
                  <a:pt x="5880525" y="3129806"/>
                </a:moveTo>
                <a:lnTo>
                  <a:pt x="5880525" y="3450269"/>
                </a:lnTo>
                <a:cubicBezTo>
                  <a:pt x="5880525" y="3556102"/>
                  <a:pt x="5815755" y="3584465"/>
                  <a:pt x="5773422" y="3584465"/>
                </a:cubicBezTo>
                <a:cubicBezTo>
                  <a:pt x="5711192" y="3584465"/>
                  <a:pt x="5676479" y="3556949"/>
                  <a:pt x="5676479" y="3477362"/>
                </a:cubicBezTo>
                <a:lnTo>
                  <a:pt x="5676479" y="3130229"/>
                </a:lnTo>
                <a:lnTo>
                  <a:pt x="5480476" y="3130229"/>
                </a:lnTo>
                <a:lnTo>
                  <a:pt x="5480476" y="3489639"/>
                </a:lnTo>
                <a:cubicBezTo>
                  <a:pt x="5480476" y="3647119"/>
                  <a:pt x="5530005" y="3745332"/>
                  <a:pt x="5701032" y="3745332"/>
                </a:cubicBezTo>
                <a:cubicBezTo>
                  <a:pt x="5774692" y="3744485"/>
                  <a:pt x="5842848" y="3707232"/>
                  <a:pt x="5883489" y="3645849"/>
                </a:cubicBezTo>
                <a:lnTo>
                  <a:pt x="5885182" y="3645849"/>
                </a:lnTo>
                <a:lnTo>
                  <a:pt x="5885182" y="3728399"/>
                </a:lnTo>
                <a:lnTo>
                  <a:pt x="6075681" y="3728399"/>
                </a:lnTo>
                <a:lnTo>
                  <a:pt x="6075681" y="3129806"/>
                </a:lnTo>
                <a:close/>
                <a:moveTo>
                  <a:pt x="7063741" y="3112449"/>
                </a:moveTo>
                <a:cubicBezTo>
                  <a:pt x="6997701" y="3110332"/>
                  <a:pt x="6932508" y="3124726"/>
                  <a:pt x="6873664" y="3154782"/>
                </a:cubicBezTo>
                <a:cubicBezTo>
                  <a:pt x="6816091" y="3186955"/>
                  <a:pt x="6780108" y="3248339"/>
                  <a:pt x="6780108" y="3314379"/>
                </a:cubicBezTo>
                <a:lnTo>
                  <a:pt x="6963411" y="3314379"/>
                </a:lnTo>
                <a:cubicBezTo>
                  <a:pt x="6972724" y="3263579"/>
                  <a:pt x="7007014" y="3240295"/>
                  <a:pt x="7061201" y="3240295"/>
                </a:cubicBezTo>
                <a:cubicBezTo>
                  <a:pt x="7101418" y="3240295"/>
                  <a:pt x="7155604" y="3256806"/>
                  <a:pt x="7155604" y="3301679"/>
                </a:cubicBezTo>
                <a:cubicBezTo>
                  <a:pt x="7155604" y="3338509"/>
                  <a:pt x="7137401" y="3350362"/>
                  <a:pt x="7103958" y="3357135"/>
                </a:cubicBezTo>
                <a:cubicBezTo>
                  <a:pt x="6968067" y="3384652"/>
                  <a:pt x="6755554" y="3369412"/>
                  <a:pt x="6755554" y="3563722"/>
                </a:cubicBezTo>
                <a:cubicBezTo>
                  <a:pt x="6755554" y="3686912"/>
                  <a:pt x="6845725" y="3745332"/>
                  <a:pt x="6960447" y="3745332"/>
                </a:cubicBezTo>
                <a:cubicBezTo>
                  <a:pt x="7031991" y="3745332"/>
                  <a:pt x="7106498" y="3724165"/>
                  <a:pt x="7157298" y="3670825"/>
                </a:cubicBezTo>
                <a:cubicBezTo>
                  <a:pt x="7158991" y="3689876"/>
                  <a:pt x="7162801" y="3708925"/>
                  <a:pt x="7169151" y="3727552"/>
                </a:cubicBezTo>
                <a:lnTo>
                  <a:pt x="7366001" y="3727552"/>
                </a:lnTo>
                <a:cubicBezTo>
                  <a:pt x="7343141" y="3680139"/>
                  <a:pt x="7343141" y="3625529"/>
                  <a:pt x="7343141" y="3574729"/>
                </a:cubicBezTo>
                <a:lnTo>
                  <a:pt x="7343141" y="3313109"/>
                </a:lnTo>
                <a:cubicBezTo>
                  <a:pt x="7341871" y="3144199"/>
                  <a:pt x="7205558" y="3112449"/>
                  <a:pt x="7063741" y="3112449"/>
                </a:cubicBezTo>
                <a:close/>
                <a:moveTo>
                  <a:pt x="5109212" y="3112449"/>
                </a:moveTo>
                <a:cubicBezTo>
                  <a:pt x="4991949" y="3112449"/>
                  <a:pt x="4835739" y="3151819"/>
                  <a:pt x="4835739" y="3295752"/>
                </a:cubicBezTo>
                <a:cubicBezTo>
                  <a:pt x="4835739" y="3457042"/>
                  <a:pt x="4990255" y="3460429"/>
                  <a:pt x="5113446" y="3492179"/>
                </a:cubicBezTo>
                <a:cubicBezTo>
                  <a:pt x="5147735" y="3500222"/>
                  <a:pt x="5207849" y="3509535"/>
                  <a:pt x="5207849" y="3555255"/>
                </a:cubicBezTo>
                <a:cubicBezTo>
                  <a:pt x="5207849" y="3600976"/>
                  <a:pt x="5153662" y="3619179"/>
                  <a:pt x="5115986" y="3619179"/>
                </a:cubicBezTo>
                <a:cubicBezTo>
                  <a:pt x="5090162" y="3620025"/>
                  <a:pt x="5064763" y="3612405"/>
                  <a:pt x="5043595" y="3598012"/>
                </a:cubicBezTo>
                <a:cubicBezTo>
                  <a:pt x="5022852" y="3582349"/>
                  <a:pt x="5010999" y="3557372"/>
                  <a:pt x="5012269" y="3531125"/>
                </a:cubicBezTo>
                <a:lnTo>
                  <a:pt x="4826002" y="3531125"/>
                </a:lnTo>
                <a:cubicBezTo>
                  <a:pt x="4831929" y="3698342"/>
                  <a:pt x="4976285" y="3745755"/>
                  <a:pt x="5118102" y="3745755"/>
                </a:cubicBezTo>
                <a:cubicBezTo>
                  <a:pt x="5252723" y="3745755"/>
                  <a:pt x="5405122" y="3692416"/>
                  <a:pt x="5405122" y="3532395"/>
                </a:cubicBezTo>
                <a:cubicBezTo>
                  <a:pt x="5405122" y="3482865"/>
                  <a:pt x="5373795" y="3395235"/>
                  <a:pt x="5253146" y="3371106"/>
                </a:cubicBezTo>
                <a:cubicBezTo>
                  <a:pt x="5163399" y="3351632"/>
                  <a:pt x="5032589" y="3341472"/>
                  <a:pt x="5032589" y="3285169"/>
                </a:cubicBezTo>
                <a:cubicBezTo>
                  <a:pt x="5032589" y="3243259"/>
                  <a:pt x="5084236" y="3240295"/>
                  <a:pt x="5116409" y="3240295"/>
                </a:cubicBezTo>
                <a:cubicBezTo>
                  <a:pt x="5137999" y="3239026"/>
                  <a:pt x="5159166" y="3244106"/>
                  <a:pt x="5177792" y="3254689"/>
                </a:cubicBezTo>
                <a:cubicBezTo>
                  <a:pt x="5195149" y="3266119"/>
                  <a:pt x="5204886" y="3286016"/>
                  <a:pt x="5203192" y="3306759"/>
                </a:cubicBezTo>
                <a:lnTo>
                  <a:pt x="5384379" y="3306759"/>
                </a:lnTo>
                <a:cubicBezTo>
                  <a:pt x="5377606" y="3151396"/>
                  <a:pt x="5240446" y="3112449"/>
                  <a:pt x="5109212" y="311244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62675821-811D-4D54-AB85-217C12336899}"/>
              </a:ext>
            </a:extLst>
          </p:cNvPr>
          <p:cNvSpPr txBox="1">
            <a:spLocks/>
          </p:cNvSpPr>
          <p:nvPr userDrawn="1"/>
        </p:nvSpPr>
        <p:spPr>
          <a:xfrm>
            <a:off x="349730" y="5259785"/>
            <a:ext cx="11842270" cy="61279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1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Pct val="30000"/>
              <a:buFontTx/>
              <a:buNone/>
              <a:tabLst/>
              <a:defRPr/>
            </a:pPr>
            <a:endParaRPr kumimoji="0" lang="de-CH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A0A7827-E89E-47E7-9923-E195E630157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49730" y="58455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endParaRPr kumimoji="0" lang="de-CH" sz="1800" b="0" i="0" u="none" strike="noStrike" kern="1200" cap="none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E08B518-79BC-41E9-AF27-886DBFBF7BD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02130" y="5997985"/>
            <a:ext cx="11842270" cy="73301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lang="de-CH" sz="1800">
                <a:solidFill>
                  <a:schemeClr val="bg1"/>
                </a:solidFill>
              </a:rPr>
              <a:t>XXX Integrierte Sicherheit </a:t>
            </a:r>
          </a:p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ct val="30000"/>
              <a:buNone/>
              <a:defRPr/>
            </a:pPr>
            <a:r>
              <a:rPr kumimoji="0" lang="de-CH" sz="1800" b="0" i="0" u="none" strike="noStrike" kern="1200" cap="none" normalizeH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Name, Ort, Datum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E7394A5-BF6F-42B3-87F3-F8BAF11A0CC3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89754" y="5430268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67751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056983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2932FAF-C2E8-42B8-8042-824DCE95AA5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21500" y="0"/>
            <a:ext cx="5270500" cy="6858000"/>
          </a:xfrm>
          <a:custGeom>
            <a:avLst/>
            <a:gdLst>
              <a:gd name="connsiteX0" fmla="*/ 0 w 5270500"/>
              <a:gd name="connsiteY0" fmla="*/ 0 h 6858000"/>
              <a:gd name="connsiteX1" fmla="*/ 5270500 w 5270500"/>
              <a:gd name="connsiteY1" fmla="*/ 0 h 6858000"/>
              <a:gd name="connsiteX2" fmla="*/ 5270500 w 5270500"/>
              <a:gd name="connsiteY2" fmla="*/ 6858000 h 6858000"/>
              <a:gd name="connsiteX3" fmla="*/ 0 w 5270500"/>
              <a:gd name="connsiteY3" fmla="*/ 6858000 h 6858000"/>
              <a:gd name="connsiteX4" fmla="*/ 0 w 5270500"/>
              <a:gd name="connsiteY4" fmla="*/ 6855058 h 6858000"/>
              <a:gd name="connsiteX5" fmla="*/ 162379 w 5270500"/>
              <a:gd name="connsiteY5" fmla="*/ 6848911 h 6858000"/>
              <a:gd name="connsiteX6" fmla="*/ 1500168 w 5270500"/>
              <a:gd name="connsiteY6" fmla="*/ 6276308 h 6858000"/>
              <a:gd name="connsiteX7" fmla="*/ 2093307 w 5270500"/>
              <a:gd name="connsiteY7" fmla="*/ 4764933 h 6858000"/>
              <a:gd name="connsiteX8" fmla="*/ 1802431 w 5270500"/>
              <a:gd name="connsiteY8" fmla="*/ 3771054 h 6858000"/>
              <a:gd name="connsiteX9" fmla="*/ 952821 w 5270500"/>
              <a:gd name="connsiteY9" fmla="*/ 3116121 h 6858000"/>
              <a:gd name="connsiteX10" fmla="*/ 1635266 w 5270500"/>
              <a:gd name="connsiteY10" fmla="*/ 2559603 h 6858000"/>
              <a:gd name="connsiteX11" fmla="*/ 1878012 w 5270500"/>
              <a:gd name="connsiteY11" fmla="*/ 1728334 h 6858000"/>
              <a:gd name="connsiteX12" fmla="*/ 1349006 w 5270500"/>
              <a:gd name="connsiteY12" fmla="*/ 487155 h 6858000"/>
              <a:gd name="connsiteX13" fmla="*/ 95413 w 5270500"/>
              <a:gd name="connsiteY13" fmla="*/ 4766 h 6858000"/>
              <a:gd name="connsiteX14" fmla="*/ 0 w 5270500"/>
              <a:gd name="connsiteY14" fmla="*/ 16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70500" h="6858000">
                <a:moveTo>
                  <a:pt x="0" y="0"/>
                </a:moveTo>
                <a:lnTo>
                  <a:pt x="5270500" y="0"/>
                </a:lnTo>
                <a:lnTo>
                  <a:pt x="5270500" y="6858000"/>
                </a:lnTo>
                <a:lnTo>
                  <a:pt x="0" y="6858000"/>
                </a:lnTo>
                <a:lnTo>
                  <a:pt x="0" y="6855058"/>
                </a:lnTo>
                <a:lnTo>
                  <a:pt x="162379" y="6848911"/>
                </a:lnTo>
                <a:cubicBezTo>
                  <a:pt x="708237" y="6806500"/>
                  <a:pt x="1154153" y="6615646"/>
                  <a:pt x="1500168" y="6276308"/>
                </a:cubicBezTo>
                <a:cubicBezTo>
                  <a:pt x="1895553" y="5888555"/>
                  <a:pt x="2093307" y="5384722"/>
                  <a:pt x="2093307" y="4764933"/>
                </a:cubicBezTo>
                <a:cubicBezTo>
                  <a:pt x="2093307" y="4389366"/>
                  <a:pt x="1996307" y="4058053"/>
                  <a:pt x="1802431" y="3771054"/>
                </a:cubicBezTo>
                <a:cubicBezTo>
                  <a:pt x="1608554" y="3483994"/>
                  <a:pt x="1325372" y="3265683"/>
                  <a:pt x="952821" y="3116121"/>
                </a:cubicBezTo>
                <a:cubicBezTo>
                  <a:pt x="1245975" y="2987854"/>
                  <a:pt x="1473456" y="2802349"/>
                  <a:pt x="1635266" y="2559603"/>
                </a:cubicBezTo>
                <a:cubicBezTo>
                  <a:pt x="1797076" y="2316857"/>
                  <a:pt x="1878012" y="2039768"/>
                  <a:pt x="1878012" y="1728334"/>
                </a:cubicBezTo>
                <a:cubicBezTo>
                  <a:pt x="1878012" y="1227579"/>
                  <a:pt x="1701676" y="813853"/>
                  <a:pt x="1349006" y="487155"/>
                </a:cubicBezTo>
                <a:cubicBezTo>
                  <a:pt x="1040419" y="201295"/>
                  <a:pt x="622555" y="40499"/>
                  <a:pt x="95413" y="4766"/>
                </a:cubicBezTo>
                <a:lnTo>
                  <a:pt x="0" y="1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120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D6BBD-1FEA-485F-AAEE-BAEC1BC07B44}"/>
              </a:ext>
            </a:extLst>
          </p:cNvPr>
          <p:cNvSpPr/>
          <p:nvPr userDrawn="1"/>
        </p:nvSpPr>
        <p:spPr>
          <a:xfrm>
            <a:off x="5746750" y="817123"/>
            <a:ext cx="2140086" cy="21400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7C0BD1-8265-4B91-AC1D-FA5313AD7B86}"/>
              </a:ext>
            </a:extLst>
          </p:cNvPr>
          <p:cNvSpPr/>
          <p:nvPr userDrawn="1"/>
        </p:nvSpPr>
        <p:spPr>
          <a:xfrm>
            <a:off x="5598539" y="3470478"/>
            <a:ext cx="2436508" cy="2436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AAFBBB-4B73-446C-A399-F92196BF5207}"/>
              </a:ext>
            </a:extLst>
          </p:cNvPr>
          <p:cNvSpPr/>
          <p:nvPr userDrawn="1"/>
        </p:nvSpPr>
        <p:spPr>
          <a:xfrm>
            <a:off x="6656523" y="6702424"/>
            <a:ext cx="325302" cy="1555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91FD39-17D1-48C9-997E-3AA38E596595}"/>
              </a:ext>
            </a:extLst>
          </p:cNvPr>
          <p:cNvSpPr/>
          <p:nvPr userDrawn="1"/>
        </p:nvSpPr>
        <p:spPr>
          <a:xfrm>
            <a:off x="6140450" y="0"/>
            <a:ext cx="781050" cy="3057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51E2-075D-43F9-8D01-429009BA8164}"/>
              </a:ext>
            </a:extLst>
          </p:cNvPr>
          <p:cNvSpPr txBox="1"/>
          <p:nvPr userDrawn="1"/>
        </p:nvSpPr>
        <p:spPr>
          <a:xfrm>
            <a:off x="4599593" y="-2890"/>
            <a:ext cx="4415214" cy="6860890"/>
          </a:xfrm>
          <a:custGeom>
            <a:avLst/>
            <a:gdLst/>
            <a:ahLst/>
            <a:cxnLst/>
            <a:rect l="l" t="t" r="r" b="b"/>
            <a:pathLst>
              <a:path w="71736" h="111472">
                <a:moveTo>
                  <a:pt x="35794" y="59605"/>
                </a:moveTo>
                <a:cubicBezTo>
                  <a:pt x="30684" y="59605"/>
                  <a:pt x="26876" y="61366"/>
                  <a:pt x="24371" y="64889"/>
                </a:cubicBezTo>
                <a:cubicBezTo>
                  <a:pt x="21866" y="68411"/>
                  <a:pt x="20613" y="72231"/>
                  <a:pt x="20613" y="76348"/>
                </a:cubicBezTo>
                <a:cubicBezTo>
                  <a:pt x="20613" y="82103"/>
                  <a:pt x="22089" y="86593"/>
                  <a:pt x="25041" y="89817"/>
                </a:cubicBezTo>
                <a:cubicBezTo>
                  <a:pt x="27992" y="93042"/>
                  <a:pt x="31676" y="94654"/>
                  <a:pt x="36091" y="94654"/>
                </a:cubicBezTo>
                <a:cubicBezTo>
                  <a:pt x="40407" y="94654"/>
                  <a:pt x="43979" y="93104"/>
                  <a:pt x="46807" y="90003"/>
                </a:cubicBezTo>
                <a:cubicBezTo>
                  <a:pt x="49635" y="86903"/>
                  <a:pt x="51048" y="82426"/>
                  <a:pt x="51048" y="76572"/>
                </a:cubicBezTo>
                <a:cubicBezTo>
                  <a:pt x="51048" y="71462"/>
                  <a:pt x="49610" y="67357"/>
                  <a:pt x="46732" y="64256"/>
                </a:cubicBezTo>
                <a:cubicBezTo>
                  <a:pt x="43855" y="61156"/>
                  <a:pt x="40209" y="59605"/>
                  <a:pt x="35794" y="59605"/>
                </a:cubicBezTo>
                <a:close/>
                <a:moveTo>
                  <a:pt x="35719" y="16594"/>
                </a:moveTo>
                <a:cubicBezTo>
                  <a:pt x="31701" y="16594"/>
                  <a:pt x="28501" y="17785"/>
                  <a:pt x="26120" y="20166"/>
                </a:cubicBezTo>
                <a:cubicBezTo>
                  <a:pt x="23738" y="22547"/>
                  <a:pt x="22548" y="25697"/>
                  <a:pt x="22548" y="29616"/>
                </a:cubicBezTo>
                <a:cubicBezTo>
                  <a:pt x="22548" y="33784"/>
                  <a:pt x="23726" y="37033"/>
                  <a:pt x="26082" y="39365"/>
                </a:cubicBezTo>
                <a:cubicBezTo>
                  <a:pt x="28439" y="41696"/>
                  <a:pt x="31577" y="42862"/>
                  <a:pt x="35496" y="42862"/>
                </a:cubicBezTo>
                <a:cubicBezTo>
                  <a:pt x="39465" y="42862"/>
                  <a:pt x="42640" y="41684"/>
                  <a:pt x="45021" y="39327"/>
                </a:cubicBezTo>
                <a:cubicBezTo>
                  <a:pt x="47402" y="36971"/>
                  <a:pt x="48593" y="33709"/>
                  <a:pt x="48593" y="29542"/>
                </a:cubicBezTo>
                <a:cubicBezTo>
                  <a:pt x="48593" y="25623"/>
                  <a:pt x="47415" y="22485"/>
                  <a:pt x="45058" y="20129"/>
                </a:cubicBezTo>
                <a:cubicBezTo>
                  <a:pt x="42702" y="17772"/>
                  <a:pt x="39589" y="16594"/>
                  <a:pt x="35719" y="16594"/>
                </a:cubicBezTo>
                <a:close/>
                <a:moveTo>
                  <a:pt x="35496" y="0"/>
                </a:moveTo>
                <a:cubicBezTo>
                  <a:pt x="45864" y="0"/>
                  <a:pt x="53913" y="2654"/>
                  <a:pt x="59643" y="7962"/>
                </a:cubicBezTo>
                <a:cubicBezTo>
                  <a:pt x="65373" y="13270"/>
                  <a:pt x="68238" y="19992"/>
                  <a:pt x="68238" y="28128"/>
                </a:cubicBezTo>
                <a:cubicBezTo>
                  <a:pt x="68238" y="33188"/>
                  <a:pt x="66923" y="37690"/>
                  <a:pt x="64294" y="41634"/>
                </a:cubicBezTo>
                <a:cubicBezTo>
                  <a:pt x="61665" y="45578"/>
                  <a:pt x="57969" y="48592"/>
                  <a:pt x="53206" y="50676"/>
                </a:cubicBezTo>
                <a:cubicBezTo>
                  <a:pt x="59259" y="53106"/>
                  <a:pt x="63860" y="56653"/>
                  <a:pt x="67010" y="61317"/>
                </a:cubicBezTo>
                <a:cubicBezTo>
                  <a:pt x="70160" y="65980"/>
                  <a:pt x="71736" y="71363"/>
                  <a:pt x="71736" y="77465"/>
                </a:cubicBezTo>
                <a:cubicBezTo>
                  <a:pt x="71736" y="87535"/>
                  <a:pt x="68523" y="95721"/>
                  <a:pt x="62099" y="102021"/>
                </a:cubicBezTo>
                <a:cubicBezTo>
                  <a:pt x="55674" y="108322"/>
                  <a:pt x="47129" y="111472"/>
                  <a:pt x="36463" y="111472"/>
                </a:cubicBezTo>
                <a:cubicBezTo>
                  <a:pt x="26541" y="111472"/>
                  <a:pt x="18281" y="108867"/>
                  <a:pt x="11683" y="103658"/>
                </a:cubicBezTo>
                <a:cubicBezTo>
                  <a:pt x="3895" y="97507"/>
                  <a:pt x="0" y="89073"/>
                  <a:pt x="0" y="78358"/>
                </a:cubicBezTo>
                <a:cubicBezTo>
                  <a:pt x="0" y="72454"/>
                  <a:pt x="1464" y="67034"/>
                  <a:pt x="4391" y="62098"/>
                </a:cubicBezTo>
                <a:cubicBezTo>
                  <a:pt x="7318" y="57162"/>
                  <a:pt x="11931" y="53354"/>
                  <a:pt x="18232" y="50676"/>
                </a:cubicBezTo>
                <a:cubicBezTo>
                  <a:pt x="12824" y="48394"/>
                  <a:pt x="8893" y="45256"/>
                  <a:pt x="6437" y="41262"/>
                </a:cubicBezTo>
                <a:cubicBezTo>
                  <a:pt x="3982" y="37269"/>
                  <a:pt x="2754" y="32891"/>
                  <a:pt x="2754" y="28128"/>
                </a:cubicBezTo>
                <a:cubicBezTo>
                  <a:pt x="2754" y="19992"/>
                  <a:pt x="5594" y="13270"/>
                  <a:pt x="11274" y="7962"/>
                </a:cubicBezTo>
                <a:cubicBezTo>
                  <a:pt x="16954" y="2654"/>
                  <a:pt x="25028" y="0"/>
                  <a:pt x="354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AC4629-75B3-4F79-B22C-D019144639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316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3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2225248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67822" y="2225247"/>
            <a:ext cx="3456355" cy="3030566"/>
          </a:xfrm>
        </p:spPr>
        <p:txBody>
          <a:bodyPr/>
          <a:lstStyle/>
          <a:p>
            <a:endParaRPr lang="de-CH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7BC8EC7-2EA9-CF9C-3B05-E585AB0B2B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4261" y="2225247"/>
            <a:ext cx="3456355" cy="3030566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5904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8A-1625-4420-BC20-C587ECC49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4581128"/>
            <a:ext cx="7776864" cy="1152128"/>
          </a:xfrm>
        </p:spPr>
        <p:txBody>
          <a:bodyPr anchor="b"/>
          <a:lstStyle>
            <a:lvl1pPr algn="l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364AC-34B8-4813-874E-7F08A9667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5922628"/>
            <a:ext cx="7776864" cy="659146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BF588B-D687-40C3-9EF3-F45FB15D28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58" y="549275"/>
            <a:ext cx="11643596" cy="388778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87502-C174-4E97-8780-2A00C529A8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236319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89316" y="4646953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8" y="2204864"/>
            <a:ext cx="1440160" cy="361379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0A3E7BE-A127-4369-B32D-2EB64AD892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7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24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697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quadratisch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818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(co-Bran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B9BFD92-D848-42C2-9A37-32EEF01F8FD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5156795"/>
            <a:ext cx="1152000" cy="11525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F9851-372F-43BB-95A6-5B4E762857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366" y="5959998"/>
            <a:ext cx="1440160" cy="3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23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64110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stellungsrunde P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37E8959-B142-FA61-FB4A-ABCADFE11B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775329"/>
            <a:ext cx="3420000" cy="2340000"/>
          </a:xfrm>
          <a:ln w="19050">
            <a:solidFill>
              <a:schemeClr val="accent3"/>
            </a:solidFill>
          </a:ln>
        </p:spPr>
        <p:txBody>
          <a:bodyPr lIns="0" tIns="0" rIns="0" bIns="0"/>
          <a:lstStyle>
            <a:lvl1pPr marL="0" indent="0">
              <a:buNone/>
              <a:defRPr sz="2000"/>
            </a:lvl1pPr>
            <a:lvl2pPr marL="179388" indent="0">
              <a:buNone/>
              <a:defRPr/>
            </a:lvl2pPr>
            <a:lvl5pPr marL="987425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AB4E838-0571-EC43-998B-1F8786532D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6001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E6889437-D9FC-F60D-63B8-DDC9B3CAA8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1140" y="775329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09ACD82-09C2-C471-4EB3-E626C526C0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0863" y="3825875"/>
            <a:ext cx="3420000" cy="2340000"/>
          </a:xfrm>
          <a:ln w="19050">
            <a:solidFill>
              <a:schemeClr val="accent3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B6D6AC4E-A246-61DE-4681-34ABE1088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86002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5">
            <a:extLst>
              <a:ext uri="{FF2B5EF4-FFF2-40B4-BE49-F238E27FC236}">
                <a16:creationId xmlns:a16="http://schemas.microsoft.com/office/drawing/2014/main" id="{52BC4B5F-BE64-8771-C59B-E7FF143E04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141" y="3825875"/>
            <a:ext cx="3420000" cy="2339975"/>
          </a:xfrm>
        </p:spPr>
        <p:txBody>
          <a:bodyPr/>
          <a:lstStyle/>
          <a:p>
            <a:endParaRPr lang="de-CH"/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D8A4703-0BA4-7C81-BE8E-5EB6350C8A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830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ext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09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BA3A-06FB-4B5B-956D-4215D51B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8D6D7-947A-464D-BC7F-EF23BB984C3E}"/>
              </a:ext>
            </a:extLst>
          </p:cNvPr>
          <p:cNvSpPr/>
          <p:nvPr userDrawn="1"/>
        </p:nvSpPr>
        <p:spPr>
          <a:xfrm>
            <a:off x="551384" y="1557338"/>
            <a:ext cx="11089754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de-CH" sz="14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FC0F7-045B-4A77-A5CF-A58CF8F1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438" y="3375596"/>
            <a:ext cx="4166459" cy="1045489"/>
          </a:xfrm>
          <a:prstGeom prst="rect">
            <a:avLst/>
          </a:prstGeom>
        </p:spPr>
      </p:pic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4C1395A-7C97-400A-B51D-F7A7F8B2C9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4192" y="2848092"/>
            <a:ext cx="2088232" cy="2089184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6BC0AD-73FD-48AD-90D8-950A11A0B1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16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e, Berichte und Tab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476672"/>
            <a:ext cx="11089232" cy="568863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BB1A889-4058-46F5-82C2-2B01605BD7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496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0193D8-B2DA-4A98-B3E7-486BC2DA9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97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bl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493196"/>
            <a:ext cx="11089232" cy="2440800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0377E3D-69A2-4EC0-9724-F0825E02D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384" y="4293096"/>
            <a:ext cx="11089754" cy="288032"/>
          </a:xfrm>
        </p:spPr>
        <p:txBody>
          <a:bodyPr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809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B626D0-11D5-4AA3-AE67-BA608879DD8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1368" y="0"/>
            <a:ext cx="5490632" cy="6858000"/>
          </a:xfrm>
          <a:custGeom>
            <a:avLst/>
            <a:gdLst>
              <a:gd name="connsiteX0" fmla="*/ 0 w 5490632"/>
              <a:gd name="connsiteY0" fmla="*/ 0 h 6858000"/>
              <a:gd name="connsiteX1" fmla="*/ 5490632 w 5490632"/>
              <a:gd name="connsiteY1" fmla="*/ 0 h 6858000"/>
              <a:gd name="connsiteX2" fmla="*/ 5490632 w 5490632"/>
              <a:gd name="connsiteY2" fmla="*/ 6858000 h 6858000"/>
              <a:gd name="connsiteX3" fmla="*/ 0 w 5490632"/>
              <a:gd name="connsiteY3" fmla="*/ 6858000 h 6858000"/>
              <a:gd name="connsiteX4" fmla="*/ 0 w 5490632"/>
              <a:gd name="connsiteY4" fmla="*/ 6854946 h 6858000"/>
              <a:gd name="connsiteX5" fmla="*/ 203021 w 5490632"/>
              <a:gd name="connsiteY5" fmla="*/ 6845269 h 6858000"/>
              <a:gd name="connsiteX6" fmla="*/ 1712239 w 5490632"/>
              <a:gd name="connsiteY6" fmla="*/ 6043079 h 6858000"/>
              <a:gd name="connsiteX7" fmla="*/ 2394397 w 5490632"/>
              <a:gd name="connsiteY7" fmla="*/ 3387781 h 6858000"/>
              <a:gd name="connsiteX8" fmla="*/ 1739678 w 5490632"/>
              <a:gd name="connsiteY8" fmla="*/ 789700 h 6858000"/>
              <a:gd name="connsiteX9" fmla="*/ 64122 w 5490632"/>
              <a:gd name="connsiteY9" fmla="*/ 1 h 6858000"/>
              <a:gd name="connsiteX10" fmla="*/ 0 w 5490632"/>
              <a:gd name="connsiteY10" fmla="*/ 27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90632" h="6858000">
                <a:moveTo>
                  <a:pt x="0" y="0"/>
                </a:moveTo>
                <a:lnTo>
                  <a:pt x="5490632" y="0"/>
                </a:lnTo>
                <a:lnTo>
                  <a:pt x="5490632" y="6858000"/>
                </a:lnTo>
                <a:lnTo>
                  <a:pt x="0" y="6858000"/>
                </a:lnTo>
                <a:lnTo>
                  <a:pt x="0" y="6854946"/>
                </a:lnTo>
                <a:lnTo>
                  <a:pt x="203021" y="6845269"/>
                </a:lnTo>
                <a:cubicBezTo>
                  <a:pt x="811255" y="6785851"/>
                  <a:pt x="1314314" y="6518468"/>
                  <a:pt x="1712239" y="6043079"/>
                </a:cubicBezTo>
                <a:cubicBezTo>
                  <a:pt x="2167011" y="5499838"/>
                  <a:pt x="2394397" y="4614718"/>
                  <a:pt x="2394397" y="3387781"/>
                </a:cubicBezTo>
                <a:cubicBezTo>
                  <a:pt x="2394397" y="2182193"/>
                  <a:pt x="2176116" y="1316207"/>
                  <a:pt x="1739678" y="789700"/>
                </a:cubicBezTo>
                <a:cubicBezTo>
                  <a:pt x="1303240" y="263193"/>
                  <a:pt x="744742" y="1"/>
                  <a:pt x="64122" y="1"/>
                </a:cubicBezTo>
                <a:lnTo>
                  <a:pt x="0" y="2729"/>
                </a:lnTo>
                <a:close/>
              </a:path>
            </a:pathLst>
          </a:custGeom>
        </p:spPr>
        <p:txBody>
          <a:bodyPr wrap="square" lIns="548640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670136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AC054-8932-4B65-86F3-CE8A45AB99D5}"/>
              </a:ext>
            </a:extLst>
          </p:cNvPr>
          <p:cNvSpPr/>
          <p:nvPr userDrawn="1"/>
        </p:nvSpPr>
        <p:spPr>
          <a:xfrm>
            <a:off x="5753100" y="838200"/>
            <a:ext cx="2349500" cy="531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A980AC-BCF9-4D93-9FB8-B7C65188F54D}"/>
              </a:ext>
            </a:extLst>
          </p:cNvPr>
          <p:cNvSpPr txBox="1"/>
          <p:nvPr userDrawn="1"/>
        </p:nvSpPr>
        <p:spPr>
          <a:xfrm>
            <a:off x="4613752" y="1"/>
            <a:ext cx="4482013" cy="6858000"/>
          </a:xfrm>
          <a:custGeom>
            <a:avLst/>
            <a:gdLst/>
            <a:ahLst/>
            <a:cxnLst/>
            <a:rect l="l" t="t" r="r" b="b"/>
            <a:pathLst>
              <a:path w="72852" h="111472">
                <a:moveTo>
                  <a:pt x="34007" y="17338"/>
                </a:moveTo>
                <a:cubicBezTo>
                  <a:pt x="30138" y="17338"/>
                  <a:pt x="26926" y="18864"/>
                  <a:pt x="24371" y="21915"/>
                </a:cubicBezTo>
                <a:cubicBezTo>
                  <a:pt x="21816" y="24966"/>
                  <a:pt x="20538" y="29964"/>
                  <a:pt x="20538" y="36909"/>
                </a:cubicBezTo>
                <a:cubicBezTo>
                  <a:pt x="20538" y="43954"/>
                  <a:pt x="21928" y="49125"/>
                  <a:pt x="24706" y="52424"/>
                </a:cubicBezTo>
                <a:cubicBezTo>
                  <a:pt x="27484" y="55723"/>
                  <a:pt x="30956" y="57373"/>
                  <a:pt x="35124" y="57373"/>
                </a:cubicBezTo>
                <a:cubicBezTo>
                  <a:pt x="39142" y="57373"/>
                  <a:pt x="42528" y="55785"/>
                  <a:pt x="45281" y="52610"/>
                </a:cubicBezTo>
                <a:cubicBezTo>
                  <a:pt x="48034" y="49435"/>
                  <a:pt x="49411" y="44772"/>
                  <a:pt x="49411" y="38621"/>
                </a:cubicBezTo>
                <a:cubicBezTo>
                  <a:pt x="49411" y="31874"/>
                  <a:pt x="47861" y="26640"/>
                  <a:pt x="44760" y="22919"/>
                </a:cubicBezTo>
                <a:cubicBezTo>
                  <a:pt x="41660" y="19198"/>
                  <a:pt x="38075" y="17338"/>
                  <a:pt x="34007" y="17338"/>
                </a:cubicBezTo>
                <a:close/>
                <a:moveTo>
                  <a:pt x="34975" y="0"/>
                </a:moveTo>
                <a:cubicBezTo>
                  <a:pt x="46038" y="0"/>
                  <a:pt x="55116" y="4278"/>
                  <a:pt x="62210" y="12836"/>
                </a:cubicBezTo>
                <a:cubicBezTo>
                  <a:pt x="69304" y="21394"/>
                  <a:pt x="72852" y="35470"/>
                  <a:pt x="72852" y="55066"/>
                </a:cubicBezTo>
                <a:cubicBezTo>
                  <a:pt x="72852" y="75009"/>
                  <a:pt x="69156" y="89396"/>
                  <a:pt x="61764" y="98226"/>
                </a:cubicBezTo>
                <a:cubicBezTo>
                  <a:pt x="54372" y="107057"/>
                  <a:pt x="44748" y="111472"/>
                  <a:pt x="32891" y="111472"/>
                </a:cubicBezTo>
                <a:cubicBezTo>
                  <a:pt x="24358" y="111472"/>
                  <a:pt x="17463" y="109202"/>
                  <a:pt x="12204" y="104663"/>
                </a:cubicBezTo>
                <a:cubicBezTo>
                  <a:pt x="6945" y="100124"/>
                  <a:pt x="3572" y="93340"/>
                  <a:pt x="2084" y="84311"/>
                </a:cubicBezTo>
                <a:lnTo>
                  <a:pt x="22324" y="82078"/>
                </a:lnTo>
                <a:cubicBezTo>
                  <a:pt x="22820" y="86196"/>
                  <a:pt x="24110" y="89247"/>
                  <a:pt x="26194" y="91231"/>
                </a:cubicBezTo>
                <a:cubicBezTo>
                  <a:pt x="28278" y="93216"/>
                  <a:pt x="31031" y="94208"/>
                  <a:pt x="34454" y="94208"/>
                </a:cubicBezTo>
                <a:cubicBezTo>
                  <a:pt x="38770" y="94208"/>
                  <a:pt x="42441" y="92223"/>
                  <a:pt x="45467" y="88255"/>
                </a:cubicBezTo>
                <a:cubicBezTo>
                  <a:pt x="48493" y="84286"/>
                  <a:pt x="50428" y="76051"/>
                  <a:pt x="51271" y="63549"/>
                </a:cubicBezTo>
                <a:cubicBezTo>
                  <a:pt x="46013" y="69651"/>
                  <a:pt x="39440" y="72702"/>
                  <a:pt x="31552" y="72702"/>
                </a:cubicBezTo>
                <a:cubicBezTo>
                  <a:pt x="22969" y="72702"/>
                  <a:pt x="15565" y="69391"/>
                  <a:pt x="9339" y="62768"/>
                </a:cubicBezTo>
                <a:cubicBezTo>
                  <a:pt x="3113" y="56145"/>
                  <a:pt x="0" y="47525"/>
                  <a:pt x="0" y="36909"/>
                </a:cubicBezTo>
                <a:cubicBezTo>
                  <a:pt x="0" y="25846"/>
                  <a:pt x="3287" y="16929"/>
                  <a:pt x="9860" y="10157"/>
                </a:cubicBezTo>
                <a:cubicBezTo>
                  <a:pt x="16433" y="3385"/>
                  <a:pt x="24805" y="0"/>
                  <a:pt x="349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746B065-30E3-44AD-B92B-878695D4EE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692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4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1384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968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552" y="2287832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7137" y="2287832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84830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handel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B1608548-1A2D-EE8E-D113-35FC856B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Dulden, </a:t>
            </a:r>
            <a:r>
              <a:rPr lang="de-CH" dirty="0"/>
              <a:t>Handeln</a:t>
            </a:r>
            <a:endParaRPr lang="de-CH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782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7DDCFA1-AF8D-4105-836A-9D58EADF9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319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 (co-Brandu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 marL="987425" indent="-268288">
              <a:defRPr sz="2400"/>
            </a:lvl4pPr>
            <a:lvl5pPr>
              <a:defRPr sz="24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237610-DD2B-43F8-878C-2B011C2CF7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984432" y="6006802"/>
            <a:ext cx="576000" cy="576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de-CH"/>
              <a:t>Logo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BA5BB015-B633-48A3-B958-376033540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184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B9A2-1C30-457A-A137-52D4E0E7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4213906-65CE-4A64-B02F-B21D2C6121C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de-CH"/>
              <a:t>Video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C0A2323-2D74-4348-A135-B0AC3AD3B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945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664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664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115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unterlasse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B6A1CCF6-D41A-2EB9-D226-892BFBFD27D1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Unterlassen, </a:t>
            </a:r>
            <a:r>
              <a:rPr lang="de-CH">
                <a:solidFill>
                  <a:schemeClr val="accent2">
                    <a:lumMod val="60000"/>
                    <a:lumOff val="40000"/>
                  </a:schemeClr>
                </a:solidFill>
              </a:rPr>
              <a:t>Dulden, Handeln</a:t>
            </a:r>
            <a:endParaRPr lang="de-CH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8A2DA9F-6EEE-4BA7-481A-7654C0D2B41B}"/>
              </a:ext>
            </a:extLst>
          </p:cNvPr>
          <p:cNvSpPr/>
          <p:nvPr userDrawn="1"/>
        </p:nvSpPr>
        <p:spPr>
          <a:xfrm>
            <a:off x="4097586" y="5167480"/>
            <a:ext cx="3672408" cy="1260140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«Wir sind nicht nur für das verantwortlich was wir tun, sondern auch für das, was wir nicht tun.»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2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Molière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AEE75B3-3B50-99B6-8D63-40FC74741D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177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risikobeurteilung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FF85453-4ECF-AD18-567A-2378070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Gefährdung erkennen - Risiko beurteilen</a:t>
            </a:r>
          </a:p>
        </p:txBody>
      </p:sp>
      <p:grpSp>
        <p:nvGrpSpPr>
          <p:cNvPr id="5" name="Gruppieren 63">
            <a:extLst>
              <a:ext uri="{FF2B5EF4-FFF2-40B4-BE49-F238E27FC236}">
                <a16:creationId xmlns:a16="http://schemas.microsoft.com/office/drawing/2014/main" id="{5D1CAA0A-A21F-1B25-87A5-5AE808805D5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435333" y="3533039"/>
            <a:ext cx="2716409" cy="2700000"/>
            <a:chOff x="1538975" y="3166987"/>
            <a:chExt cx="2725178" cy="2708713"/>
          </a:xfrm>
        </p:grpSpPr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826689D-4B4B-D929-F208-7E4BAFDF3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169929"/>
              <a:ext cx="423863" cy="457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A</a:t>
              </a:r>
            </a:p>
          </p:txBody>
        </p:sp>
        <p:sp>
          <p:nvSpPr>
            <p:cNvPr id="7" name="Rectangle 19">
              <a:extLst>
                <a:ext uri="{FF2B5EF4-FFF2-40B4-BE49-F238E27FC236}">
                  <a16:creationId xmlns:a16="http://schemas.microsoft.com/office/drawing/2014/main" id="{D485CEF0-CD78-8D75-3C6F-E87003A43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362749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B</a:t>
              </a:r>
            </a:p>
          </p:txBody>
        </p:sp>
        <p:sp>
          <p:nvSpPr>
            <p:cNvPr id="9" name="Rectangle 27">
              <a:extLst>
                <a:ext uri="{FF2B5EF4-FFF2-40B4-BE49-F238E27FC236}">
                  <a16:creationId xmlns:a16="http://schemas.microsoft.com/office/drawing/2014/main" id="{9EAA4A14-FCE5-F184-0EB4-09B6DDE4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086615"/>
              <a:ext cx="423863" cy="45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C</a:t>
              </a:r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C00BEE5F-8F96-CC3E-4B6A-9CE992215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5001744"/>
              <a:ext cx="423863" cy="435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E</a:t>
              </a:r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3BAC48F6-9F5E-8DF6-B30E-77D19532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491" y="4542624"/>
              <a:ext cx="423863" cy="459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 defTabSz="820738">
                <a:spcBef>
                  <a:spcPct val="20000"/>
                </a:spcBef>
                <a:buClr>
                  <a:srgbClr val="F63711"/>
                </a:buClr>
                <a:buSzPct val="60000"/>
              </a:pPr>
              <a:r>
                <a:rPr lang="de-CH" sz="1100"/>
                <a:t>D</a:t>
              </a:r>
            </a:p>
          </p:txBody>
        </p:sp>
        <p:sp>
          <p:nvSpPr>
            <p:cNvPr id="13" name="Rectangle 52">
              <a:extLst>
                <a:ext uri="{FF2B5EF4-FFF2-40B4-BE49-F238E27FC236}">
                  <a16:creationId xmlns:a16="http://schemas.microsoft.com/office/drawing/2014/main" id="{326B9668-F833-A74B-F83C-3C03F6D347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31960" y="4071317"/>
              <a:ext cx="1877613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36000" rIns="0" bIns="3600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Wahrscheinlichkeit  </a:t>
              </a:r>
              <a:r>
                <a:rPr lang="de-CH" sz="1400" b="1">
                  <a:solidFill>
                    <a:srgbClr val="000000"/>
                  </a:solidFill>
                  <a:latin typeface="Wingdings 3" pitchFamily="18" charset="2"/>
                </a:rPr>
                <a:t>u</a:t>
              </a:r>
            </a:p>
          </p:txBody>
        </p:sp>
        <p:sp>
          <p:nvSpPr>
            <p:cNvPr id="14" name="Rectangle 53">
              <a:extLst>
                <a:ext uri="{FF2B5EF4-FFF2-40B4-BE49-F238E27FC236}">
                  <a16:creationId xmlns:a16="http://schemas.microsoft.com/office/drawing/2014/main" id="{9B36FEE4-08AC-4659-7D6C-98D1A5976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140" y="5612117"/>
              <a:ext cx="2051050" cy="263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tIns="36000" bIns="36000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1400" b="1">
                  <a:solidFill>
                    <a:srgbClr val="000000"/>
                  </a:solidFill>
                </a:rPr>
                <a:t>Schadenausmass  </a:t>
              </a:r>
              <a:r>
                <a:rPr lang="de-CH" sz="1400" b="1">
                  <a:solidFill>
                    <a:srgbClr val="000000"/>
                  </a:solidFill>
                  <a:sym typeface="Wingdings 3" pitchFamily="18" charset="2"/>
                </a:rPr>
                <a:t></a:t>
              </a:r>
              <a:endParaRPr lang="de-CH" sz="1400" b="1">
                <a:solidFill>
                  <a:srgbClr val="000000"/>
                </a:solidFill>
              </a:endParaRPr>
            </a:p>
          </p:txBody>
        </p:sp>
        <p:grpSp>
          <p:nvGrpSpPr>
            <p:cNvPr id="15" name="Group 122">
              <a:extLst>
                <a:ext uri="{FF2B5EF4-FFF2-40B4-BE49-F238E27FC236}">
                  <a16:creationId xmlns:a16="http://schemas.microsoft.com/office/drawing/2014/main" id="{00FA2C61-BF42-AA72-5F9E-A532FF74817F}"/>
                </a:ext>
              </a:extLst>
            </p:cNvPr>
            <p:cNvGrpSpPr/>
            <p:nvPr/>
          </p:nvGrpSpPr>
          <p:grpSpPr>
            <a:xfrm>
              <a:off x="2057353" y="3166987"/>
              <a:ext cx="2206800" cy="2530837"/>
              <a:chOff x="6371887" y="3525993"/>
              <a:chExt cx="2206800" cy="2530837"/>
            </a:xfrm>
          </p:grpSpPr>
          <p:sp>
            <p:nvSpPr>
              <p:cNvPr id="16" name="Rectangle 4">
                <a:extLst>
                  <a:ext uri="{FF2B5EF4-FFF2-40B4-BE49-F238E27FC236}">
                    <a16:creationId xmlns:a16="http://schemas.microsoft.com/office/drawing/2014/main" id="{00E76636-AA82-153D-D81C-F22383518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528935"/>
                <a:ext cx="436563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7" name="Rectangle 5">
                <a:extLst>
                  <a:ext uri="{FF2B5EF4-FFF2-40B4-BE49-F238E27FC236}">
                    <a16:creationId xmlns:a16="http://schemas.microsoft.com/office/drawing/2014/main" id="{0487BDA7-9354-E373-0306-26481320F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528935"/>
                <a:ext cx="439737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CD294F82-B89F-4789-FDF0-D2F076A6C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528935"/>
                <a:ext cx="439738" cy="457565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AE656E97-6278-E080-A80C-64B81A587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528935"/>
                <a:ext cx="444500" cy="457565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0" name="Rectangle 8">
                <a:extLst>
                  <a:ext uri="{FF2B5EF4-FFF2-40B4-BE49-F238E27FC236}">
                    <a16:creationId xmlns:a16="http://schemas.microsoft.com/office/drawing/2014/main" id="{8FF236EA-3570-22CB-BC5B-962BE42DAC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528935"/>
                <a:ext cx="446087" cy="457565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1" name="Rectangle 10">
                <a:extLst>
                  <a:ext uri="{FF2B5EF4-FFF2-40B4-BE49-F238E27FC236}">
                    <a16:creationId xmlns:a16="http://schemas.microsoft.com/office/drawing/2014/main" id="{F1BB99ED-BE8B-6C97-5D7B-8F2D5071A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796528"/>
                <a:ext cx="43973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2</a:t>
                </a:r>
              </a:p>
            </p:txBody>
          </p:sp>
          <p:sp>
            <p:nvSpPr>
              <p:cNvPr id="22" name="Rectangle 11">
                <a:extLst>
                  <a:ext uri="{FF2B5EF4-FFF2-40B4-BE49-F238E27FC236}">
                    <a16:creationId xmlns:a16="http://schemas.microsoft.com/office/drawing/2014/main" id="{EC09C0D6-766A-1049-0CA5-E5FB3BF35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5360751"/>
                <a:ext cx="439737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3" name="Rectangle 12">
                <a:extLst>
                  <a:ext uri="{FF2B5EF4-FFF2-40B4-BE49-F238E27FC236}">
                    <a16:creationId xmlns:a16="http://schemas.microsoft.com/office/drawing/2014/main" id="{BE4C015C-AEF1-ACE0-C4B3-C8A5DF6CE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901630"/>
                <a:ext cx="439737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4" name="Rectangle 13">
                <a:extLst>
                  <a:ext uri="{FF2B5EF4-FFF2-40B4-BE49-F238E27FC236}">
                    <a16:creationId xmlns:a16="http://schemas.microsoft.com/office/drawing/2014/main" id="{E4EEAD7C-2785-5BB3-16B3-1FDF0D1A3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4445621"/>
                <a:ext cx="439737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5" name="Rectangle 14">
                <a:extLst>
                  <a:ext uri="{FF2B5EF4-FFF2-40B4-BE49-F238E27FC236}">
                    <a16:creationId xmlns:a16="http://schemas.microsoft.com/office/drawing/2014/main" id="{84FD0AD6-0C52-A070-941F-D8337A94C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2212" y="3986500"/>
                <a:ext cx="439737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DEA87C61-87D8-FB52-9697-88A656C4D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398650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7" name="Rectangle 16">
                <a:extLst>
                  <a:ext uri="{FF2B5EF4-FFF2-40B4-BE49-F238E27FC236}">
                    <a16:creationId xmlns:a16="http://schemas.microsoft.com/office/drawing/2014/main" id="{68C3C993-47D5-ACF4-93B4-E943B9F3F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3986500"/>
                <a:ext cx="439738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F7164FDC-0FE0-01CD-6CBF-40B56DDC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398650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61703DF-7714-BCD2-EAD1-11FFDD6F1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398650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0" name="Rectangle 20">
                <a:extLst>
                  <a:ext uri="{FF2B5EF4-FFF2-40B4-BE49-F238E27FC236}">
                    <a16:creationId xmlns:a16="http://schemas.microsoft.com/office/drawing/2014/main" id="{43481A49-686F-2D7D-7ACB-92E2637F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796528"/>
                <a:ext cx="439738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3</a:t>
                </a:r>
              </a:p>
            </p:txBody>
          </p:sp>
          <p:sp>
            <p:nvSpPr>
              <p:cNvPr id="31" name="Rectangle 21">
                <a:extLst>
                  <a:ext uri="{FF2B5EF4-FFF2-40B4-BE49-F238E27FC236}">
                    <a16:creationId xmlns:a16="http://schemas.microsoft.com/office/drawing/2014/main" id="{141D08A6-E99D-534A-A1A1-D1F99F968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5360751"/>
                <a:ext cx="439738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2" name="Rectangle 22">
                <a:extLst>
                  <a:ext uri="{FF2B5EF4-FFF2-40B4-BE49-F238E27FC236}">
                    <a16:creationId xmlns:a16="http://schemas.microsoft.com/office/drawing/2014/main" id="{23D37320-6265-0437-D47D-BCD812F94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901630"/>
                <a:ext cx="439738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BDADE482-1C35-3A01-AC75-DA3D40BD1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2474" y="4445621"/>
                <a:ext cx="439738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4" name="Rectangle 24">
                <a:extLst>
                  <a:ext uri="{FF2B5EF4-FFF2-40B4-BE49-F238E27FC236}">
                    <a16:creationId xmlns:a16="http://schemas.microsoft.com/office/drawing/2014/main" id="{8EFBE9E8-AE59-7BA2-8713-97FE249DD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445621"/>
                <a:ext cx="436563" cy="456009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5" name="Rectangle 25">
                <a:extLst>
                  <a:ext uri="{FF2B5EF4-FFF2-40B4-BE49-F238E27FC236}">
                    <a16:creationId xmlns:a16="http://schemas.microsoft.com/office/drawing/2014/main" id="{C91B9E42-CDB4-34EE-2D5A-24461A1C1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445621"/>
                <a:ext cx="444500" cy="456009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6" name="Rectangle 26">
                <a:extLst>
                  <a:ext uri="{FF2B5EF4-FFF2-40B4-BE49-F238E27FC236}">
                    <a16:creationId xmlns:a16="http://schemas.microsoft.com/office/drawing/2014/main" id="{F05A0B79-F857-7F16-E4D6-094F8A460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445621"/>
                <a:ext cx="446087" cy="456009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35943351-01A8-11D5-3046-AB9D9448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796528"/>
                <a:ext cx="436563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1</a:t>
                </a:r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C3809503-9B14-BA72-C56C-541C5A940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9562" y="5796528"/>
                <a:ext cx="442912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4</a:t>
                </a:r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5A797A7F-0D3F-5AF2-E6E6-08558315E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796528"/>
                <a:ext cx="446087" cy="260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r>
                  <a:rPr lang="de-CH" sz="1100"/>
                  <a:t>5</a:t>
                </a:r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04F6A4C7-EA75-1713-67D8-0EBEF8DB2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5360751"/>
                <a:ext cx="436563" cy="435776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9DDC38C0-9C7A-C978-8654-AFCD3A0CB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5360751"/>
                <a:ext cx="444500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DCC98373-DE7D-3DC7-3504-8D12B898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5360751"/>
                <a:ext cx="446087" cy="435776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CEEB2DE3-1179-6E5A-0054-40BC891C06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41949" y="4901630"/>
                <a:ext cx="436563" cy="459121"/>
              </a:xfrm>
              <a:prstGeom prst="rect">
                <a:avLst/>
              </a:prstGeom>
              <a:solidFill>
                <a:srgbClr val="FF33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DAADA4D6-305B-2689-98F2-537EE11CA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17974" y="4901630"/>
                <a:ext cx="444500" cy="459121"/>
              </a:xfrm>
              <a:prstGeom prst="rect">
                <a:avLst/>
              </a:prstGeom>
              <a:solidFill>
                <a:srgbClr val="FFE6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652D66AA-F023-BED9-88C1-FA6522B84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1887" y="4901630"/>
                <a:ext cx="446087" cy="459121"/>
              </a:xfrm>
              <a:prstGeom prst="rect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defTabSz="820738">
                  <a:spcBef>
                    <a:spcPct val="20000"/>
                  </a:spcBef>
                  <a:buClr>
                    <a:srgbClr val="F63711"/>
                  </a:buClr>
                  <a:buSzPct val="60000"/>
                </a:pPr>
                <a:endParaRPr lang="en-GB" sz="1100"/>
              </a:p>
            </p:txBody>
          </p:sp>
          <p:sp>
            <p:nvSpPr>
              <p:cNvPr id="46" name="Line 40">
                <a:extLst>
                  <a:ext uri="{FF2B5EF4-FFF2-40B4-BE49-F238E27FC236}">
                    <a16:creationId xmlns:a16="http://schemas.microsoft.com/office/drawing/2014/main" id="{64473EA1-5B65-4246-E8D8-7C30CF779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78512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7" name="Line 42">
                <a:extLst>
                  <a:ext uri="{FF2B5EF4-FFF2-40B4-BE49-F238E27FC236}">
                    <a16:creationId xmlns:a16="http://schemas.microsoft.com/office/drawing/2014/main" id="{951AD194-EA0F-A5B7-6A16-80B4104CC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528935"/>
                <a:ext cx="0" cy="2267592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8" name="Line 43">
                <a:extLst>
                  <a:ext uri="{FF2B5EF4-FFF2-40B4-BE49-F238E27FC236}">
                    <a16:creationId xmlns:a16="http://schemas.microsoft.com/office/drawing/2014/main" id="{6D8BE7F8-EDDC-B275-5A87-7EA0D6C3A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79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49" name="Line 44">
                <a:extLst>
                  <a:ext uri="{FF2B5EF4-FFF2-40B4-BE49-F238E27FC236}">
                    <a16:creationId xmlns:a16="http://schemas.microsoft.com/office/drawing/2014/main" id="{82FA671B-FF16-91A4-9564-4C4725AB8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2474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0" name="Line 45">
                <a:extLst>
                  <a:ext uri="{FF2B5EF4-FFF2-40B4-BE49-F238E27FC236}">
                    <a16:creationId xmlns:a16="http://schemas.microsoft.com/office/drawing/2014/main" id="{95F12379-727A-7EDB-287D-FBCFFDD7A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90163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1" name="Line 46">
                <a:extLst>
                  <a:ext uri="{FF2B5EF4-FFF2-40B4-BE49-F238E27FC236}">
                    <a16:creationId xmlns:a16="http://schemas.microsoft.com/office/drawing/2014/main" id="{08E28B03-A1E3-BADD-50F6-27111C97E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36075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72B2C257-D24E-34E3-B74B-9C96121BAA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5796527"/>
                <a:ext cx="220662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3" name="Line 48">
                <a:extLst>
                  <a:ext uri="{FF2B5EF4-FFF2-40B4-BE49-F238E27FC236}">
                    <a16:creationId xmlns:a16="http://schemas.microsoft.com/office/drawing/2014/main" id="{DE967EB3-25A6-F732-07B0-D78AD5F9C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02212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4" name="Line 49">
                <a:extLst>
                  <a:ext uri="{FF2B5EF4-FFF2-40B4-BE49-F238E27FC236}">
                    <a16:creationId xmlns:a16="http://schemas.microsoft.com/office/drawing/2014/main" id="{D618C26A-8FEE-EFCB-7018-DC7F71826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4445621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5" name="Line 50">
                <a:extLst>
                  <a:ext uri="{FF2B5EF4-FFF2-40B4-BE49-F238E27FC236}">
                    <a16:creationId xmlns:a16="http://schemas.microsoft.com/office/drawing/2014/main" id="{B2D62476-612D-C25B-DF79-F40899801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41949" y="3528935"/>
                <a:ext cx="0" cy="22675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6" name="Line 51">
                <a:extLst>
                  <a:ext uri="{FF2B5EF4-FFF2-40B4-BE49-F238E27FC236}">
                    <a16:creationId xmlns:a16="http://schemas.microsoft.com/office/drawing/2014/main" id="{2F90DCCF-B7AF-5DAA-1CE9-717EE6043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1887" y="3986500"/>
                <a:ext cx="2206625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  <p:sp>
            <p:nvSpPr>
              <p:cNvPr id="57" name="Line 40">
                <a:extLst>
                  <a:ext uri="{FF2B5EF4-FFF2-40B4-BE49-F238E27FC236}">
                    <a16:creationId xmlns:a16="http://schemas.microsoft.com/office/drawing/2014/main" id="{D3B59BA5-FA6C-5BF0-3D83-29EC6719F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7475287" y="2422593"/>
                <a:ext cx="0" cy="220680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de-CH"/>
              </a:p>
            </p:txBody>
          </p:sp>
        </p:grpSp>
      </p:grpSp>
      <p:sp>
        <p:nvSpPr>
          <p:cNvPr id="58" name="Bildplatzhalter 3">
            <a:extLst>
              <a:ext uri="{FF2B5EF4-FFF2-40B4-BE49-F238E27FC236}">
                <a16:creationId xmlns:a16="http://schemas.microsoft.com/office/drawing/2014/main" id="{A6DD8059-B4A2-1F3C-31D5-1276A6C91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0863" y="1557338"/>
            <a:ext cx="5256000" cy="46085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graphicFrame>
        <p:nvGraphicFramePr>
          <p:cNvPr id="59" name="Inhaltsplatzhalter 7">
            <a:extLst>
              <a:ext uri="{FF2B5EF4-FFF2-40B4-BE49-F238E27FC236}">
                <a16:creationId xmlns:a16="http://schemas.microsoft.com/office/drawing/2014/main" id="{B75B1149-F1B5-2474-852B-4CD767664160}"/>
              </a:ext>
            </a:extLst>
          </p:cNvPr>
          <p:cNvGraphicFramePr>
            <a:graphicFrameLocks/>
          </p:cNvGraphicFramePr>
          <p:nvPr userDrawn="1"/>
        </p:nvGraphicFramePr>
        <p:xfrm>
          <a:off x="6385139" y="1524403"/>
          <a:ext cx="4820400" cy="172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8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l" defTabSz="785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de-CH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 / Ereignisse: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algn="l"/>
                      <a:r>
                        <a:rPr lang="de-CH" sz="18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0299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orang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24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2A934E-D559-4037-9DF6-560220A93B3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18598" y="0"/>
            <a:ext cx="5873403" cy="6858000"/>
          </a:xfrm>
          <a:custGeom>
            <a:avLst/>
            <a:gdLst>
              <a:gd name="connsiteX0" fmla="*/ 2338155 w 5873403"/>
              <a:gd name="connsiteY0" fmla="*/ 0 h 6858000"/>
              <a:gd name="connsiteX1" fmla="*/ 5873403 w 5873403"/>
              <a:gd name="connsiteY1" fmla="*/ 0 h 6858000"/>
              <a:gd name="connsiteX2" fmla="*/ 5873403 w 5873403"/>
              <a:gd name="connsiteY2" fmla="*/ 6858000 h 6858000"/>
              <a:gd name="connsiteX3" fmla="*/ 0 w 5873403"/>
              <a:gd name="connsiteY3" fmla="*/ 6858000 h 6858000"/>
              <a:gd name="connsiteX4" fmla="*/ 3660 w 5873403"/>
              <a:gd name="connsiteY4" fmla="*/ 6624092 h 6858000"/>
              <a:gd name="connsiteX5" fmla="*/ 301145 w 5873403"/>
              <a:gd name="connsiteY5" fmla="*/ 4768855 h 6858000"/>
              <a:gd name="connsiteX6" fmla="*/ 1190429 w 5873403"/>
              <a:gd name="connsiteY6" fmla="*/ 2561100 h 6858000"/>
              <a:gd name="connsiteX7" fmla="*/ 2338156 w 5873403"/>
              <a:gd name="connsiteY7" fmla="*/ 967551 h 6858000"/>
              <a:gd name="connsiteX8" fmla="*/ 2338156 w 5873403"/>
              <a:gd name="connsiteY8" fmla="*/ 1 h 6858000"/>
              <a:gd name="connsiteX9" fmla="*/ 2338155 w 5873403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3403" h="6858000">
                <a:moveTo>
                  <a:pt x="2338155" y="0"/>
                </a:moveTo>
                <a:lnTo>
                  <a:pt x="5873403" y="0"/>
                </a:lnTo>
                <a:lnTo>
                  <a:pt x="5873403" y="6858000"/>
                </a:lnTo>
                <a:lnTo>
                  <a:pt x="0" y="6858000"/>
                </a:lnTo>
                <a:lnTo>
                  <a:pt x="3660" y="6624092"/>
                </a:lnTo>
                <a:cubicBezTo>
                  <a:pt x="23528" y="6069221"/>
                  <a:pt x="122689" y="5450780"/>
                  <a:pt x="301145" y="4768855"/>
                </a:cubicBezTo>
                <a:cubicBezTo>
                  <a:pt x="505094" y="3989449"/>
                  <a:pt x="801523" y="3253509"/>
                  <a:pt x="1190429" y="2561100"/>
                </a:cubicBezTo>
                <a:cubicBezTo>
                  <a:pt x="1579336" y="1868627"/>
                  <a:pt x="1961869" y="1337465"/>
                  <a:pt x="2338156" y="967551"/>
                </a:cubicBezTo>
                <a:lnTo>
                  <a:pt x="2338156" y="1"/>
                </a:lnTo>
                <a:lnTo>
                  <a:pt x="2338155" y="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DE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EF3DB-E0AF-4EA6-BFF5-4222323364BD}"/>
              </a:ext>
            </a:extLst>
          </p:cNvPr>
          <p:cNvSpPr/>
          <p:nvPr userDrawn="1"/>
        </p:nvSpPr>
        <p:spPr>
          <a:xfrm>
            <a:off x="0" y="0"/>
            <a:ext cx="55836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de-CH" sz="14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73AEAF-5532-4654-8A71-E0F8DE89DCC9}"/>
              </a:ext>
            </a:extLst>
          </p:cNvPr>
          <p:cNvSpPr/>
          <p:nvPr userDrawn="1"/>
        </p:nvSpPr>
        <p:spPr>
          <a:xfrm>
            <a:off x="4584700" y="533400"/>
            <a:ext cx="1733898" cy="387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AF9BA2-2BEB-4542-96FF-4BAB0117D593}"/>
              </a:ext>
            </a:extLst>
          </p:cNvPr>
          <p:cNvSpPr/>
          <p:nvPr userDrawn="1"/>
        </p:nvSpPr>
        <p:spPr>
          <a:xfrm>
            <a:off x="5583677" y="533398"/>
            <a:ext cx="1733898" cy="2260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1400" b="1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48E422-F20C-4654-A7E5-DD854AF36C68}"/>
              </a:ext>
            </a:extLst>
          </p:cNvPr>
          <p:cNvSpPr txBox="1"/>
          <p:nvPr userDrawn="1"/>
        </p:nvSpPr>
        <p:spPr>
          <a:xfrm>
            <a:off x="4098987" y="1"/>
            <a:ext cx="4557766" cy="6858000"/>
          </a:xfrm>
          <a:custGeom>
            <a:avLst/>
            <a:gdLst/>
            <a:ahLst/>
            <a:cxnLst/>
            <a:rect l="l" t="t" r="r" b="b"/>
            <a:pathLst>
              <a:path w="71512" h="107603">
                <a:moveTo>
                  <a:pt x="0" y="0"/>
                </a:moveTo>
                <a:lnTo>
                  <a:pt x="71512" y="0"/>
                </a:lnTo>
                <a:lnTo>
                  <a:pt x="71512" y="15181"/>
                </a:lnTo>
                <a:cubicBezTo>
                  <a:pt x="65608" y="20985"/>
                  <a:pt x="59606" y="29319"/>
                  <a:pt x="53504" y="40184"/>
                </a:cubicBezTo>
                <a:cubicBezTo>
                  <a:pt x="47402" y="51048"/>
                  <a:pt x="42751" y="62595"/>
                  <a:pt x="39551" y="74824"/>
                </a:cubicBezTo>
                <a:cubicBezTo>
                  <a:pt x="36351" y="87052"/>
                  <a:pt x="34776" y="97979"/>
                  <a:pt x="34826" y="107603"/>
                </a:cubicBezTo>
                <a:lnTo>
                  <a:pt x="14660" y="107603"/>
                </a:lnTo>
                <a:cubicBezTo>
                  <a:pt x="15007" y="92522"/>
                  <a:pt x="18120" y="77143"/>
                  <a:pt x="23999" y="61466"/>
                </a:cubicBezTo>
                <a:cubicBezTo>
                  <a:pt x="29877" y="45790"/>
                  <a:pt x="37728" y="31775"/>
                  <a:pt x="47551" y="19422"/>
                </a:cubicBezTo>
                <a:lnTo>
                  <a:pt x="0" y="194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D188D5-7968-486E-A44C-E892F4DB86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1440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erhindern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14737E3-C83A-9B5E-CAB8-FA786AAABD56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pc="-50" dirty="0"/>
              <a:t>Wie kann ich das verhindern?</a:t>
            </a:r>
          </a:p>
        </p:txBody>
      </p:sp>
    </p:spTree>
    <p:extLst>
      <p:ext uri="{BB962C8B-B14F-4D97-AF65-F5344CB8AC3E}">
        <p14:creationId xmlns:p14="http://schemas.microsoft.com/office/powerpoint/2010/main" val="2103728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chapter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7188-6E47-43E3-AA0D-D2D5089A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556792"/>
            <a:ext cx="11090275" cy="4609057"/>
          </a:xfrm>
        </p:spPr>
        <p:txBody>
          <a:bodyPr anchor="t"/>
          <a:lstStyle>
            <a:lvl1pPr>
              <a:lnSpc>
                <a:spcPct val="90000"/>
              </a:lnSpc>
              <a:tabLst>
                <a:tab pos="719138" algn="l"/>
              </a:tabLst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1CD4C-1409-4566-834B-7F413D4D3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533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2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551384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5B24F6E3-B1B1-E6CD-07C4-213B3165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616" y="1548269"/>
            <a:ext cx="5256000" cy="4608512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71861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_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209181-9C63-49AD-B190-1EF3172CA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255" y="6408290"/>
            <a:ext cx="720602" cy="180821"/>
          </a:xfrm>
          <a:prstGeom prst="rect">
            <a:avLst/>
          </a:prstGeom>
        </p:spPr>
      </p:pic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22774C00-BE22-45E6-91A1-A910BB4EEF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59496" y="0"/>
            <a:ext cx="9180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24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5D5C-B89A-426D-A4A2-C0C3FB6E9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8775" indent="-358775">
              <a:lnSpc>
                <a:spcPct val="100000"/>
              </a:lnSpc>
              <a:spcBef>
                <a:spcPts val="1600"/>
              </a:spcBef>
              <a:buFont typeface="+mj-lt"/>
              <a:buAutoNum type="arabicPeriod"/>
              <a:defRPr b="1"/>
            </a:lvl1pPr>
            <a:lvl2pPr marL="628650" indent="-261938">
              <a:defRPr/>
            </a:lvl2pPr>
            <a:lvl3pPr marL="1077913" indent="-269875">
              <a:defRPr/>
            </a:lvl3pPr>
            <a:lvl4pPr marL="1436688" indent="-228600">
              <a:defRPr/>
            </a:lvl4pPr>
            <a:lvl5pPr marL="1881188" indent="-228600"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4D8B8B8-244F-4359-8C68-03D5F06B81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234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spaltig (20 p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</p:spPr>
        <p:txBody>
          <a:bodyPr/>
          <a:lstStyle/>
          <a:p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17F60-50C9-498E-870C-52D42C0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87FA7-E97F-4398-A657-A2CFEB322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453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842CC-EB4E-44AF-8A4A-E48863BF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557338"/>
            <a:ext cx="11089232" cy="1655638"/>
          </a:xfrm>
        </p:spPr>
        <p:txBody>
          <a:bodyPr/>
          <a:lstStyle>
            <a:lvl1pPr>
              <a:lnSpc>
                <a:spcPct val="90000"/>
              </a:lnSpc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F42B90-666C-4D55-9481-F921FC85B2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1A80F8E-896F-476F-9FDB-87611C4AE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99496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B60F4C8-C38F-4032-B18C-C40E13684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48128" y="3429000"/>
            <a:ext cx="2736850" cy="2736850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5538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dulden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8DB22570-9227-FB71-E79F-E58B92B7CEF2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Unterlassen, </a:t>
            </a:r>
            <a:r>
              <a:rPr lang="de-CH" dirty="0"/>
              <a:t>Dulden, </a:t>
            </a:r>
            <a:r>
              <a:rPr lang="de-CH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Handeln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4AE8DF7-CDD8-C4C8-8078-D42AC6B7DE21}"/>
              </a:ext>
            </a:extLst>
          </p:cNvPr>
          <p:cNvSpPr/>
          <p:nvPr userDrawn="1"/>
        </p:nvSpPr>
        <p:spPr>
          <a:xfrm>
            <a:off x="6589324" y="5301754"/>
            <a:ext cx="3672408" cy="864096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Die meisten Unfälle entstehen im Führungsbereich durch Unterlassen und Dulden.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10EADE4-60BA-9BF7-22A8-BC9049CB59FC}"/>
              </a:ext>
            </a:extLst>
          </p:cNvPr>
          <p:cNvSpPr/>
          <p:nvPr userDrawn="1"/>
        </p:nvSpPr>
        <p:spPr>
          <a:xfrm>
            <a:off x="1930268" y="5589786"/>
            <a:ext cx="3672408" cy="576064"/>
          </a:xfrm>
          <a:prstGeom prst="rect">
            <a:avLst/>
          </a:prstGeom>
          <a:noFill/>
          <a:ln w="12700" cap="flat" cmpd="sng" algn="ctr">
            <a:solidFill>
              <a:srgbClr val="00B8CF"/>
            </a:solidFill>
            <a:prstDash val="solid"/>
            <a:miter lim="800000"/>
          </a:ln>
          <a:effectLst/>
        </p:spPr>
        <p:txBody>
          <a:bodyPr rot="0" spcFirstLastPara="0" vert="horz" wrap="square" lIns="126000" tIns="126000" rIns="126000" bIns="12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aa-E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de-CH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«Was geduldet wird – das wird zur Regel.»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129256-66A2-010B-FB31-7B40EECF2C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1060450"/>
            <a:ext cx="5197475" cy="3848100"/>
          </a:xfrm>
          <a:solidFill>
            <a:schemeClr val="tx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4816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udit_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3"/>
          </p:nvPr>
        </p:nvSpPr>
        <p:spPr>
          <a:xfrm>
            <a:off x="6383338" y="1557338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CA5065B-B47F-4EFF-A8DB-739B22B70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29712E0-AF57-CBAF-6C8B-D714743C12C8}"/>
              </a:ext>
            </a:extLst>
          </p:cNvPr>
          <p:cNvSpPr txBox="1">
            <a:spLocks/>
          </p:cNvSpPr>
          <p:nvPr userDrawn="1"/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/>
              <a:t>Sicherheitsaudit</a:t>
            </a:r>
          </a:p>
        </p:txBody>
      </p:sp>
      <p:graphicFrame>
        <p:nvGraphicFramePr>
          <p:cNvPr id="6" name="Inhaltsplatzhalter 7">
            <a:extLst>
              <a:ext uri="{FF2B5EF4-FFF2-40B4-BE49-F238E27FC236}">
                <a16:creationId xmlns:a16="http://schemas.microsoft.com/office/drawing/2014/main" id="{7C9FCFEB-4A49-587F-8DA9-F690FD64227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7823874"/>
              </p:ext>
            </p:extLst>
          </p:nvPr>
        </p:nvGraphicFramePr>
        <p:xfrm>
          <a:off x="551384" y="1557338"/>
          <a:ext cx="5148000" cy="46080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000">
                  <a:extLst>
                    <a:ext uri="{9D8B030D-6E8A-4147-A177-3AD203B41FA5}">
                      <a16:colId xmlns:a16="http://schemas.microsoft.com/office/drawing/2014/main" val="313449323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SOLL-IST-</a:t>
                      </a:r>
                      <a:b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Abweichung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Regel: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Gefährdung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Massnahmen</a:t>
                      </a: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l" defTabSz="5327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2303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8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B38D0A6D-8C1B-41E3-90AE-960E8DAA3B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59447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511998C5-CA15-491D-A5FC-E002D1FA4B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031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6" name="Bildplatzhalter 6">
            <a:extLst>
              <a:ext uri="{FF2B5EF4-FFF2-40B4-BE49-F238E27FC236}">
                <a16:creationId xmlns:a16="http://schemas.microsoft.com/office/drawing/2014/main" id="{7919B8D0-ECEF-4226-AB3A-F8F566FD56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76616" y="1556983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F419A863-A24E-4DC6-98B8-87B35CD3CA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9475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6108253A-EE25-4600-BE74-5FD974B5CE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8059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6293461-5015-4965-A9BF-4F87175D06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6643" y="4239870"/>
            <a:ext cx="2664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74B38FE-FC22-40DC-B260-374CEABC9C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5228" y="4239870"/>
            <a:ext cx="2664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41588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eckig schwarzer H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57D9D73-1B2C-4AAF-9B7A-DD94330A64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616585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69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iginal KK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707789-5A15-44C9-B1D2-ED29978176D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75592" y="0"/>
            <a:ext cx="3216408" cy="6858000"/>
          </a:xfrm>
          <a:custGeom>
            <a:avLst/>
            <a:gdLst>
              <a:gd name="connsiteX0" fmla="*/ 0 w 3216408"/>
              <a:gd name="connsiteY0" fmla="*/ 0 h 6858000"/>
              <a:gd name="connsiteX1" fmla="*/ 3216408 w 3216408"/>
              <a:gd name="connsiteY1" fmla="*/ 0 h 6858000"/>
              <a:gd name="connsiteX2" fmla="*/ 3216408 w 3216408"/>
              <a:gd name="connsiteY2" fmla="*/ 6858000 h 6858000"/>
              <a:gd name="connsiteX3" fmla="*/ 2882 w 3216408"/>
              <a:gd name="connsiteY3" fmla="*/ 6858000 h 6858000"/>
              <a:gd name="connsiteX4" fmla="*/ 139659 w 3216408"/>
              <a:gd name="connsiteY4" fmla="*/ 6823088 h 6858000"/>
              <a:gd name="connsiteX5" fmla="*/ 1005056 w 3216408"/>
              <a:gd name="connsiteY5" fmla="*/ 6221602 h 6858000"/>
              <a:gd name="connsiteX6" fmla="*/ 1676988 w 3216408"/>
              <a:gd name="connsiteY6" fmla="*/ 3431353 h 6858000"/>
              <a:gd name="connsiteX7" fmla="*/ 1009759 w 3216408"/>
              <a:gd name="connsiteY7" fmla="*/ 645743 h 6858000"/>
              <a:gd name="connsiteX8" fmla="*/ 140304 w 3216408"/>
              <a:gd name="connsiteY8" fmla="*/ 3623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6408" h="6858000">
                <a:moveTo>
                  <a:pt x="0" y="0"/>
                </a:moveTo>
                <a:lnTo>
                  <a:pt x="3216408" y="0"/>
                </a:lnTo>
                <a:lnTo>
                  <a:pt x="3216408" y="6858000"/>
                </a:lnTo>
                <a:lnTo>
                  <a:pt x="2882" y="6858000"/>
                </a:lnTo>
                <a:lnTo>
                  <a:pt x="139659" y="6823088"/>
                </a:lnTo>
                <a:cubicBezTo>
                  <a:pt x="485238" y="6713737"/>
                  <a:pt x="773719" y="6513252"/>
                  <a:pt x="1005056" y="6221602"/>
                </a:cubicBezTo>
                <a:cubicBezTo>
                  <a:pt x="1453010" y="5655451"/>
                  <a:pt x="1676988" y="4725368"/>
                  <a:pt x="1676988" y="3431353"/>
                </a:cubicBezTo>
                <a:cubicBezTo>
                  <a:pt x="1676988" y="2134201"/>
                  <a:pt x="1454576" y="1205623"/>
                  <a:pt x="1009759" y="645743"/>
                </a:cubicBezTo>
                <a:cubicBezTo>
                  <a:pt x="776423" y="350212"/>
                  <a:pt x="486605" y="147047"/>
                  <a:pt x="140304" y="3623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179388" indent="-179388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de-CH" sz="2000" kern="1200" dirty="0">
                <a:solidFill>
                  <a:schemeClr val="bg1">
                    <a:lumMod val="50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</a:lstStyle>
          <a:p>
            <a:r>
              <a:rPr lang="de-CH"/>
              <a:t>Bild </a:t>
            </a:r>
            <a:br>
              <a:rPr lang="de-CH"/>
            </a:br>
            <a:r>
              <a:rPr lang="de-CH"/>
              <a:t>hinzufügen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BF09-D0C3-417C-B580-E525D8E69636}"/>
              </a:ext>
            </a:extLst>
          </p:cNvPr>
          <p:cNvSpPr/>
          <p:nvPr userDrawn="1"/>
        </p:nvSpPr>
        <p:spPr>
          <a:xfrm>
            <a:off x="0" y="0"/>
            <a:ext cx="897559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C74C1-81B2-4FF0-AFFF-59DDFBA36D33}"/>
              </a:ext>
            </a:extLst>
          </p:cNvPr>
          <p:cNvSpPr txBox="1"/>
          <p:nvPr userDrawn="1"/>
        </p:nvSpPr>
        <p:spPr>
          <a:xfrm>
            <a:off x="3019207" y="0"/>
            <a:ext cx="3004948" cy="6868372"/>
          </a:xfrm>
          <a:custGeom>
            <a:avLst/>
            <a:gdLst>
              <a:gd name="connsiteX0" fmla="*/ 665693 w 1030560"/>
              <a:gd name="connsiteY0" fmla="*/ 0 h 2355538"/>
              <a:gd name="connsiteX1" fmla="*/ 1030560 w 1030560"/>
              <a:gd name="connsiteY1" fmla="*/ 0 h 2355538"/>
              <a:gd name="connsiteX2" fmla="*/ 1030560 w 1030560"/>
              <a:gd name="connsiteY2" fmla="*/ 2355538 h 2355538"/>
              <a:gd name="connsiteX3" fmla="*/ 580879 w 1030560"/>
              <a:gd name="connsiteY3" fmla="*/ 2355538 h 2355538"/>
              <a:gd name="connsiteX4" fmla="*/ 580879 w 1030560"/>
              <a:gd name="connsiteY4" fmla="*/ 660898 h 2355538"/>
              <a:gd name="connsiteX5" fmla="*/ 0 w 1030560"/>
              <a:gd name="connsiteY5" fmla="*/ 1001744 h 2355538"/>
              <a:gd name="connsiteX6" fmla="*/ 0 w 1030560"/>
              <a:gd name="connsiteY6" fmla="*/ 593675 h 2355538"/>
              <a:gd name="connsiteX7" fmla="*/ 382457 w 1030560"/>
              <a:gd name="connsiteY7" fmla="*/ 375254 h 2355538"/>
              <a:gd name="connsiteX8" fmla="*/ 665693 w 1030560"/>
              <a:gd name="connsiteY8" fmla="*/ 0 h 2355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560" h="2355538">
                <a:moveTo>
                  <a:pt x="665693" y="0"/>
                </a:moveTo>
                <a:lnTo>
                  <a:pt x="1030560" y="0"/>
                </a:lnTo>
                <a:lnTo>
                  <a:pt x="1030560" y="2355538"/>
                </a:lnTo>
                <a:lnTo>
                  <a:pt x="580879" y="2355538"/>
                </a:lnTo>
                <a:lnTo>
                  <a:pt x="580879" y="660898"/>
                </a:lnTo>
                <a:cubicBezTo>
                  <a:pt x="416607" y="814504"/>
                  <a:pt x="222959" y="928134"/>
                  <a:pt x="0" y="1001744"/>
                </a:cubicBezTo>
                <a:lnTo>
                  <a:pt x="0" y="593675"/>
                </a:lnTo>
                <a:cubicBezTo>
                  <a:pt x="117350" y="555268"/>
                  <a:pt x="244829" y="482453"/>
                  <a:pt x="382457" y="375254"/>
                </a:cubicBezTo>
                <a:cubicBezTo>
                  <a:pt x="520086" y="268032"/>
                  <a:pt x="614491" y="142940"/>
                  <a:pt x="665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200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80030-F33E-4607-9528-8DF8B79547B4}"/>
              </a:ext>
            </a:extLst>
          </p:cNvPr>
          <p:cNvSpPr/>
          <p:nvPr userDrawn="1"/>
        </p:nvSpPr>
        <p:spPr>
          <a:xfrm>
            <a:off x="7467600" y="702733"/>
            <a:ext cx="2413000" cy="52154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b="1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494AE0-0009-427A-880F-448A3C2DE053}"/>
              </a:ext>
            </a:extLst>
          </p:cNvPr>
          <p:cNvSpPr/>
          <p:nvPr userDrawn="1"/>
        </p:nvSpPr>
        <p:spPr>
          <a:xfrm>
            <a:off x="6210528" y="-63500"/>
            <a:ext cx="4442052" cy="6985000"/>
          </a:xfrm>
          <a:custGeom>
            <a:avLst/>
            <a:gdLst>
              <a:gd name="connsiteX0" fmla="*/ 761710 w 1523421"/>
              <a:gd name="connsiteY0" fmla="*/ 372845 h 2395536"/>
              <a:gd name="connsiteX1" fmla="*/ 616082 w 1523421"/>
              <a:gd name="connsiteY1" fmla="*/ 424865 h 2395536"/>
              <a:gd name="connsiteX2" fmla="*/ 516860 w 1523421"/>
              <a:gd name="connsiteY2" fmla="*/ 611287 h 2395536"/>
              <a:gd name="connsiteX3" fmla="*/ 470454 w 1523421"/>
              <a:gd name="connsiteY3" fmla="*/ 1198575 h 2395536"/>
              <a:gd name="connsiteX4" fmla="*/ 512065 w 1523421"/>
              <a:gd name="connsiteY4" fmla="*/ 1765863 h 2395536"/>
              <a:gd name="connsiteX5" fmla="*/ 616878 w 1523421"/>
              <a:gd name="connsiteY5" fmla="*/ 1971489 h 2395536"/>
              <a:gd name="connsiteX6" fmla="*/ 761710 w 1523421"/>
              <a:gd name="connsiteY6" fmla="*/ 2022691 h 2395536"/>
              <a:gd name="connsiteX7" fmla="*/ 907317 w 1523421"/>
              <a:gd name="connsiteY7" fmla="*/ 1970693 h 2395536"/>
              <a:gd name="connsiteX8" fmla="*/ 1006539 w 1523421"/>
              <a:gd name="connsiteY8" fmla="*/ 1784249 h 2395536"/>
              <a:gd name="connsiteX9" fmla="*/ 1052946 w 1523421"/>
              <a:gd name="connsiteY9" fmla="*/ 1198575 h 2395536"/>
              <a:gd name="connsiteX10" fmla="*/ 1011334 w 1523421"/>
              <a:gd name="connsiteY10" fmla="*/ 631286 h 2395536"/>
              <a:gd name="connsiteX11" fmla="*/ 906522 w 1523421"/>
              <a:gd name="connsiteY11" fmla="*/ 424865 h 2395536"/>
              <a:gd name="connsiteX12" fmla="*/ 761710 w 1523421"/>
              <a:gd name="connsiteY12" fmla="*/ 372845 h 2395536"/>
              <a:gd name="connsiteX13" fmla="*/ 761710 w 1523421"/>
              <a:gd name="connsiteY13" fmla="*/ 0 h 2395536"/>
              <a:gd name="connsiteX14" fmla="*/ 1294592 w 1523421"/>
              <a:gd name="connsiteY14" fmla="*/ 243238 h 2395536"/>
              <a:gd name="connsiteX15" fmla="*/ 1523421 w 1523421"/>
              <a:gd name="connsiteY15" fmla="*/ 1198575 h 2395536"/>
              <a:gd name="connsiteX16" fmla="*/ 1292979 w 1523421"/>
              <a:gd name="connsiteY16" fmla="*/ 2155503 h 2395536"/>
              <a:gd name="connsiteX17" fmla="*/ 761710 w 1523421"/>
              <a:gd name="connsiteY17" fmla="*/ 2395536 h 2395536"/>
              <a:gd name="connsiteX18" fmla="*/ 209626 w 1523421"/>
              <a:gd name="connsiteY18" fmla="*/ 2132300 h 2395536"/>
              <a:gd name="connsiteX19" fmla="*/ 0 w 1523421"/>
              <a:gd name="connsiteY19" fmla="*/ 1193779 h 2395536"/>
              <a:gd name="connsiteX20" fmla="*/ 230420 w 1523421"/>
              <a:gd name="connsiteY20" fmla="*/ 240033 h 2395536"/>
              <a:gd name="connsiteX21" fmla="*/ 761710 w 1523421"/>
              <a:gd name="connsiteY21" fmla="*/ 0 h 239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3421" h="2395536">
                <a:moveTo>
                  <a:pt x="761710" y="372845"/>
                </a:moveTo>
                <a:cubicBezTo>
                  <a:pt x="707304" y="372845"/>
                  <a:pt x="658747" y="390178"/>
                  <a:pt x="616082" y="424865"/>
                </a:cubicBezTo>
                <a:cubicBezTo>
                  <a:pt x="573417" y="459530"/>
                  <a:pt x="540343" y="521678"/>
                  <a:pt x="516860" y="611287"/>
                </a:cubicBezTo>
                <a:cubicBezTo>
                  <a:pt x="485937" y="727562"/>
                  <a:pt x="470454" y="923339"/>
                  <a:pt x="470454" y="1198575"/>
                </a:cubicBezTo>
                <a:cubicBezTo>
                  <a:pt x="470454" y="1473811"/>
                  <a:pt x="484324" y="1662900"/>
                  <a:pt x="512065" y="1765863"/>
                </a:cubicBezTo>
                <a:cubicBezTo>
                  <a:pt x="539806" y="1868805"/>
                  <a:pt x="574750" y="1937340"/>
                  <a:pt x="616878" y="1971489"/>
                </a:cubicBezTo>
                <a:cubicBezTo>
                  <a:pt x="659026" y="2005617"/>
                  <a:pt x="707304" y="2022691"/>
                  <a:pt x="761710" y="2022691"/>
                </a:cubicBezTo>
                <a:cubicBezTo>
                  <a:pt x="816117" y="2022691"/>
                  <a:pt x="864652" y="2005359"/>
                  <a:pt x="907317" y="1970693"/>
                </a:cubicBezTo>
                <a:cubicBezTo>
                  <a:pt x="950004" y="1936007"/>
                  <a:pt x="983078" y="1873859"/>
                  <a:pt x="1006539" y="1784249"/>
                </a:cubicBezTo>
                <a:cubicBezTo>
                  <a:pt x="1037484" y="1669028"/>
                  <a:pt x="1052946" y="1473811"/>
                  <a:pt x="1052946" y="1198575"/>
                </a:cubicBezTo>
                <a:cubicBezTo>
                  <a:pt x="1052946" y="923339"/>
                  <a:pt x="1039075" y="734228"/>
                  <a:pt x="1011334" y="631286"/>
                </a:cubicBezTo>
                <a:cubicBezTo>
                  <a:pt x="983594" y="528344"/>
                  <a:pt x="948670" y="459530"/>
                  <a:pt x="906522" y="424865"/>
                </a:cubicBezTo>
                <a:cubicBezTo>
                  <a:pt x="864394" y="390178"/>
                  <a:pt x="816117" y="372845"/>
                  <a:pt x="761710" y="372845"/>
                </a:cubicBezTo>
                <a:close/>
                <a:moveTo>
                  <a:pt x="761710" y="0"/>
                </a:moveTo>
                <a:cubicBezTo>
                  <a:pt x="988927" y="0"/>
                  <a:pt x="1166554" y="81072"/>
                  <a:pt x="1294592" y="243238"/>
                </a:cubicBezTo>
                <a:cubicBezTo>
                  <a:pt x="1447144" y="435251"/>
                  <a:pt x="1523421" y="753711"/>
                  <a:pt x="1523421" y="1198575"/>
                </a:cubicBezTo>
                <a:cubicBezTo>
                  <a:pt x="1523421" y="1642363"/>
                  <a:pt x="1446607" y="1961339"/>
                  <a:pt x="1292979" y="2155503"/>
                </a:cubicBezTo>
                <a:cubicBezTo>
                  <a:pt x="1166038" y="2315539"/>
                  <a:pt x="988927" y="2395536"/>
                  <a:pt x="761710" y="2395536"/>
                </a:cubicBezTo>
                <a:cubicBezTo>
                  <a:pt x="533397" y="2395536"/>
                  <a:pt x="349383" y="2307798"/>
                  <a:pt x="209626" y="2132300"/>
                </a:cubicBezTo>
                <a:cubicBezTo>
                  <a:pt x="69868" y="1956823"/>
                  <a:pt x="0" y="1643976"/>
                  <a:pt x="0" y="1193779"/>
                </a:cubicBezTo>
                <a:cubicBezTo>
                  <a:pt x="0" y="752098"/>
                  <a:pt x="76792" y="434197"/>
                  <a:pt x="230420" y="240033"/>
                </a:cubicBezTo>
                <a:cubicBezTo>
                  <a:pt x="357383" y="79997"/>
                  <a:pt x="534472" y="0"/>
                  <a:pt x="7617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US" sz="1400" b="1" err="1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B8B07D5-C75F-4705-A820-106BFADF1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02729"/>
            <a:ext cx="3861329" cy="1252538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Title </a:t>
            </a:r>
            <a:r>
              <a:rPr lang="en-US" err="1"/>
              <a:t>hinzufügen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1509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vorbild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124AB2A9-D33B-76C1-D701-16EAA7D140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594" y="1124744"/>
            <a:ext cx="5256000" cy="4608512"/>
          </a:xfrm>
          <a:solidFill>
            <a:schemeClr val="tx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7B89574-A442-4D54-9607-92ED83AA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Zusammenfassung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B3A4589-A8D9-01C9-E1B9-4B595E19B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384" y="6168519"/>
            <a:ext cx="10157618" cy="425618"/>
          </a:xfrm>
        </p:spPr>
        <p:txBody>
          <a:bodyPr/>
          <a:lstStyle/>
          <a:p>
            <a:pPr marL="268288" indent="-268288">
              <a:spcAft>
                <a:spcPts val="1200"/>
              </a:spcAft>
              <a:buClr>
                <a:schemeClr val="tx1"/>
              </a:buClr>
              <a:buSzPct val="100000"/>
            </a:pPr>
            <a:r>
              <a:rPr lang="de-CH" sz="2400">
                <a:solidFill>
                  <a:schemeClr val="accent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 </a:t>
            </a:r>
            <a:r>
              <a:rPr lang="de-CH" sz="2400">
                <a:solidFill>
                  <a:schemeClr val="accent2"/>
                </a:solidFill>
              </a:rPr>
              <a:t>Kontrollieren und überwachen bevor ein Ereignis eintritt!</a:t>
            </a:r>
            <a:endParaRPr lang="de-DE" sz="2400">
              <a:solidFill>
                <a:schemeClr val="accent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C5E7A7-9566-0635-1A0D-A775B9C787D1}"/>
              </a:ext>
            </a:extLst>
          </p:cNvPr>
          <p:cNvSpPr txBox="1"/>
          <p:nvPr userDrawn="1"/>
        </p:nvSpPr>
        <p:spPr>
          <a:xfrm rot="-600000">
            <a:off x="6749090" y="4729660"/>
            <a:ext cx="1663880" cy="55399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de-CH" sz="4000" b="1">
                <a:solidFill>
                  <a:schemeClr val="bg1"/>
                </a:solidFill>
                <a:sym typeface="Wingdings"/>
              </a:rPr>
              <a:t></a:t>
            </a:r>
            <a:endParaRPr lang="de-CH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61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aviva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185721C9-EEC7-E361-49A6-FB34404C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de-CH"/>
              <a:t>Wählen Sie für die Kurzinstruktion eine der folgenden Situation aus</a:t>
            </a:r>
          </a:p>
        </p:txBody>
      </p:sp>
      <p:sp>
        <p:nvSpPr>
          <p:cNvPr id="4" name="Bildplatzhalter 5">
            <a:extLst>
              <a:ext uri="{FF2B5EF4-FFF2-40B4-BE49-F238E27FC236}">
                <a16:creationId xmlns:a16="http://schemas.microsoft.com/office/drawing/2014/main" id="{F9400645-73FD-8AFF-9939-868456DA23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5" name="Bildplatzhalter 9">
            <a:extLst>
              <a:ext uri="{FF2B5EF4-FFF2-40B4-BE49-F238E27FC236}">
                <a16:creationId xmlns:a16="http://schemas.microsoft.com/office/drawing/2014/main" id="{FCC20E1E-7BF5-B6C4-ADA7-4B3E5283FA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Bildplatzhalter 11">
            <a:extLst>
              <a:ext uri="{FF2B5EF4-FFF2-40B4-BE49-F238E27FC236}">
                <a16:creationId xmlns:a16="http://schemas.microsoft.com/office/drawing/2014/main" id="{92BBD00F-4273-6B9E-05A6-D5152E9436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13">
            <a:extLst>
              <a:ext uri="{FF2B5EF4-FFF2-40B4-BE49-F238E27FC236}">
                <a16:creationId xmlns:a16="http://schemas.microsoft.com/office/drawing/2014/main" id="{89334D28-12AD-F380-D98B-CD6D4D08B6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7593CA5D-2F80-211E-B40E-984BCA4273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Bildplatzhalter 20">
            <a:extLst>
              <a:ext uri="{FF2B5EF4-FFF2-40B4-BE49-F238E27FC236}">
                <a16:creationId xmlns:a16="http://schemas.microsoft.com/office/drawing/2014/main" id="{8B692E33-C5F0-2CF9-4C4B-9B93F60AFF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075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titleand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912-C259-45CB-9810-1C7B1566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462083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_6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40017-C5E1-4CC7-9997-40CEFDC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382034B-75CE-4875-AF93-5B9AEC42B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63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607B72A4-E39A-476A-8687-3FCD28CB83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6001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FCFD829E-5138-4372-AB3B-C9BF85E847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1139" y="1556983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79805CEC-A509-420F-B7E0-C60DCCD99C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0863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19" name="Bildplatzhalter 6">
            <a:extLst>
              <a:ext uri="{FF2B5EF4-FFF2-40B4-BE49-F238E27FC236}">
                <a16:creationId xmlns:a16="http://schemas.microsoft.com/office/drawing/2014/main" id="{8852ACCB-309D-4DF9-AE62-015A188666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86001" y="4241775"/>
            <a:ext cx="3420000" cy="2340000"/>
          </a:xfrm>
        </p:spPr>
        <p:txBody>
          <a:bodyPr/>
          <a:lstStyle/>
          <a:p>
            <a:endParaRPr lang="de-CH"/>
          </a:p>
        </p:txBody>
      </p:sp>
      <p:sp>
        <p:nvSpPr>
          <p:cNvPr id="20" name="Bildplatzhalter 6">
            <a:extLst>
              <a:ext uri="{FF2B5EF4-FFF2-40B4-BE49-F238E27FC236}">
                <a16:creationId xmlns:a16="http://schemas.microsoft.com/office/drawing/2014/main" id="{F86B3AAD-71C5-411C-BBF4-0A36C1A2DF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9" y="4241775"/>
            <a:ext cx="3420000" cy="234000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715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
<Relationships xmlns="http://schemas.openxmlformats.org/package/2006/relationships">
  <Relationship Id="rId13" Type="http://schemas.openxmlformats.org/officeDocument/2006/relationships/slideLayout" Target="../slideLayouts/slideLayout19.xml"></Relationship>
  <Relationship Id="rId18" Type="http://schemas.openxmlformats.org/officeDocument/2006/relationships/slideLayout" Target="../slideLayouts/slideLayout20.xml"></Relationship>
  <Relationship Id="rId26" Type="http://schemas.openxmlformats.org/officeDocument/2006/relationships/slideLayout" Target="../slideLayouts/slideLayout21.xml"></Relationship>
  <Relationship Id="rId39" Type="http://schemas.openxmlformats.org/officeDocument/2006/relationships/slideLayout" Target="../slideLayouts/slideLayout22.xml"></Relationship>
  <Relationship Id="rId21" Type="http://schemas.openxmlformats.org/officeDocument/2006/relationships/slideLayout" Target="../slideLayouts/slideLayout23.xml"></Relationship>
  <Relationship Id="rId34" Type="http://schemas.openxmlformats.org/officeDocument/2006/relationships/slideLayout" Target="../slideLayouts/slideLayout24.xml"></Relationship>
  <Relationship Id="rId42" Type="http://schemas.openxmlformats.org/officeDocument/2006/relationships/slideLayout" Target="../slideLayouts/slideLayout25.xml"></Relationship>
  <Relationship Id="rId47" Type="http://schemas.openxmlformats.org/officeDocument/2006/relationships/slideLayout" Target="../slideLayouts/slideLayout26.xml"></Relationship>
  <Relationship Id="rId50" Type="http://schemas.openxmlformats.org/officeDocument/2006/relationships/slideLayout" Target="../slideLayouts/slideLayout27.xml"></Relationship>
  <Relationship Id="rId55" Type="http://schemas.openxmlformats.org/officeDocument/2006/relationships/slideLayout" Target="../slideLayouts/slideLayout28.xml"></Relationship>
  <Relationship Id="rId7" Type="http://schemas.openxmlformats.org/officeDocument/2006/relationships/slideLayout" Target="../slideLayouts/slideLayout29.xml"></Relationship>
  <Relationship Id="rId2" Type="http://schemas.openxmlformats.org/officeDocument/2006/relationships/slideLayout" Target="../slideLayouts/slideLayout30.xml"></Relationship>
  <Relationship Id="rId16" Type="http://schemas.openxmlformats.org/officeDocument/2006/relationships/slideLayout" Target="../slideLayouts/slideLayout31.xml"></Relationship>
  <Relationship Id="rId29" Type="http://schemas.openxmlformats.org/officeDocument/2006/relationships/slideLayout" Target="../slideLayouts/slideLayout32.xml"></Relationship>
  <Relationship Id="rId11" Type="http://schemas.openxmlformats.org/officeDocument/2006/relationships/slideLayout" Target="../slideLayouts/slideLayout33.xml"></Relationship>
  <Relationship Id="rId24" Type="http://schemas.openxmlformats.org/officeDocument/2006/relationships/slideLayout" Target="../slideLayouts/slideLayout34.xml"></Relationship>
  <Relationship Id="rId32" Type="http://schemas.openxmlformats.org/officeDocument/2006/relationships/slideLayout" Target="../slideLayouts/slideLayout35.xml"></Relationship>
  <Relationship Id="rId37" Type="http://schemas.openxmlformats.org/officeDocument/2006/relationships/slideLayout" Target="../slideLayouts/slideLayout36.xml"></Relationship>
  <Relationship Id="rId40" Type="http://schemas.openxmlformats.org/officeDocument/2006/relationships/slideLayout" Target="../slideLayouts/slideLayout37.xml"></Relationship>
  <Relationship Id="rId45" Type="http://schemas.openxmlformats.org/officeDocument/2006/relationships/slideLayout" Target="../slideLayouts/slideLayout38.xml"></Relationship>
  <Relationship Id="rId53" Type="http://schemas.openxmlformats.org/officeDocument/2006/relationships/slideLayout" Target="../slideLayouts/slideLayout39.xml"></Relationship>
  <Relationship Id="rId58" Type="http://schemas.openxmlformats.org/officeDocument/2006/relationships/slideLayout" Target="../slideLayouts/slideLayout40.xml"></Relationship>
  <Relationship Id="rId5" Type="http://schemas.openxmlformats.org/officeDocument/2006/relationships/slideLayout" Target="../slideLayouts/slideLayout41.xml"></Relationship>
  <Relationship Id="rId61" Type="http://schemas.openxmlformats.org/officeDocument/2006/relationships/slideLayout" Target="../slideLayouts/slideLayout42.xml"></Relationship>
  <Relationship Id="rId19" Type="http://schemas.openxmlformats.org/officeDocument/2006/relationships/slideLayout" Target="../slideLayouts/slideLayout43.xml"></Relationship>
  <Relationship Id="rId14" Type="http://schemas.openxmlformats.org/officeDocument/2006/relationships/slideLayout" Target="../slideLayouts/slideLayout44.xml"></Relationship>
  <Relationship Id="rId22" Type="http://schemas.openxmlformats.org/officeDocument/2006/relationships/slideLayout" Target="../slideLayouts/slideLayout45.xml"></Relationship>
  <Relationship Id="rId27" Type="http://schemas.openxmlformats.org/officeDocument/2006/relationships/slideLayout" Target="../slideLayouts/slideLayout46.xml"></Relationship>
  <Relationship Id="rId30" Type="http://schemas.openxmlformats.org/officeDocument/2006/relationships/slideLayout" Target="../slideLayouts/slideLayout47.xml"></Relationship>
  <Relationship Id="rId35" Type="http://schemas.openxmlformats.org/officeDocument/2006/relationships/slideLayout" Target="../slideLayouts/slideLayout48.xml"></Relationship>
  <Relationship Id="rId43" Type="http://schemas.openxmlformats.org/officeDocument/2006/relationships/slideLayout" Target="../slideLayouts/slideLayout49.xml"></Relationship>
  <Relationship Id="rId48" Type="http://schemas.openxmlformats.org/officeDocument/2006/relationships/slideLayout" Target="../slideLayouts/slideLayout50.xml"></Relationship>
  <Relationship Id="rId56" Type="http://schemas.openxmlformats.org/officeDocument/2006/relationships/slideLayout" Target="../slideLayouts/slideLayout51.xml"></Relationship>
  <Relationship Id="rId8" Type="http://schemas.openxmlformats.org/officeDocument/2006/relationships/slideLayout" Target="../slideLayouts/slideLayout52.xml"></Relationship>
  <Relationship Id="rId51" Type="http://schemas.openxmlformats.org/officeDocument/2006/relationships/slideLayout" Target="../slideLayouts/slideLayout53.xml"></Relationship>
  <Relationship Id="rId3" Type="http://schemas.openxmlformats.org/officeDocument/2006/relationships/slideLayout" Target="../slideLayouts/slideLayout54.xml"></Relationship>
  <Relationship Id="rId12" Type="http://schemas.openxmlformats.org/officeDocument/2006/relationships/slideLayout" Target="../slideLayouts/slideLayout55.xml"></Relationship>
  <Relationship Id="rId17" Type="http://schemas.openxmlformats.org/officeDocument/2006/relationships/slideLayout" Target="../slideLayouts/slideLayout56.xml"></Relationship>
  <Relationship Id="rId25" Type="http://schemas.openxmlformats.org/officeDocument/2006/relationships/slideLayout" Target="../slideLayouts/slideLayout57.xml"></Relationship>
  <Relationship Id="rId33" Type="http://schemas.openxmlformats.org/officeDocument/2006/relationships/slideLayout" Target="../slideLayouts/slideLayout58.xml"></Relationship>
  <Relationship Id="rId38" Type="http://schemas.openxmlformats.org/officeDocument/2006/relationships/slideLayout" Target="../slideLayouts/slideLayout59.xml"></Relationship>
  <Relationship Id="rId46" Type="http://schemas.openxmlformats.org/officeDocument/2006/relationships/slideLayout" Target="../slideLayouts/slideLayout60.xml"></Relationship>
  <Relationship Id="rId59" Type="http://schemas.openxmlformats.org/officeDocument/2006/relationships/slideLayout" Target="../slideLayouts/slideLayout61.xml"></Relationship>
  <Relationship Id="rId20" Type="http://schemas.openxmlformats.org/officeDocument/2006/relationships/slideLayout" Target="../slideLayouts/slideLayout62.xml"></Relationship>
  <Relationship Id="rId41" Type="http://schemas.openxmlformats.org/officeDocument/2006/relationships/slideLayout" Target="../slideLayouts/slideLayout63.xml"></Relationship>
  <Relationship Id="rId54" Type="http://schemas.openxmlformats.org/officeDocument/2006/relationships/slideLayout" Target="../slideLayouts/slideLayout64.xml"></Relationship>
  <Relationship Id="rId62" Type="http://schemas.openxmlformats.org/officeDocument/2006/relationships/theme" Target="../theme/theme4.xml"></Relationship>
  <Relationship Id="rId1" Type="http://schemas.openxmlformats.org/officeDocument/2006/relationships/slideLayout" Target="../slideLayouts/slideLayout65.xml"></Relationship>
  <Relationship Id="rId6" Type="http://schemas.openxmlformats.org/officeDocument/2006/relationships/slideLayout" Target="../slideLayouts/slideLayout66.xml"></Relationship>
  <Relationship Id="rId15" Type="http://schemas.openxmlformats.org/officeDocument/2006/relationships/slideLayout" Target="../slideLayouts/slideLayout67.xml"></Relationship>
  <Relationship Id="rId23" Type="http://schemas.openxmlformats.org/officeDocument/2006/relationships/slideLayout" Target="../slideLayouts/slideLayout68.xml"></Relationship>
  <Relationship Id="rId28" Type="http://schemas.openxmlformats.org/officeDocument/2006/relationships/slideLayout" Target="../slideLayouts/slideLayout69.xml"></Relationship>
  <Relationship Id="rId36" Type="http://schemas.openxmlformats.org/officeDocument/2006/relationships/slideLayout" Target="../slideLayouts/slideLayout70.xml"></Relationship>
  <Relationship Id="rId49" Type="http://schemas.openxmlformats.org/officeDocument/2006/relationships/slideLayout" Target="../slideLayouts/slideLayout71.xml"></Relationship>
  <Relationship Id="rId57" Type="http://schemas.openxmlformats.org/officeDocument/2006/relationships/slideLayout" Target="../slideLayouts/slideLayout72.xml"></Relationship>
  <Relationship Id="rId10" Type="http://schemas.openxmlformats.org/officeDocument/2006/relationships/slideLayout" Target="../slideLayouts/slideLayout73.xml"></Relationship>
  <Relationship Id="rId31" Type="http://schemas.openxmlformats.org/officeDocument/2006/relationships/slideLayout" Target="../slideLayouts/slideLayout74.xml"></Relationship>
  <Relationship Id="rId44" Type="http://schemas.openxmlformats.org/officeDocument/2006/relationships/slideLayout" Target="../slideLayouts/slideLayout75.xml"></Relationship>
  <Relationship Id="rId52" Type="http://schemas.openxmlformats.org/officeDocument/2006/relationships/slideLayout" Target="../slideLayouts/slideLayout76.xml"></Relationship>
  <Relationship Id="rId60" Type="http://schemas.openxmlformats.org/officeDocument/2006/relationships/slideLayout" Target="../slideLayouts/slideLayout77.xml"></Relationship>
  <Relationship Id="rId4" Type="http://schemas.openxmlformats.org/officeDocument/2006/relationships/slideLayout" Target="../slideLayouts/slideLayout78.xml"></Relationship>
  <Relationship Id="rId9" Type="http://schemas.openxmlformats.org/officeDocument/2006/relationships/slideLayout" Target="../slideLayouts/slideLayout79.xml"></Relationship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Textmasterformat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76680-C298-4B77-A9AF-1F2197D1D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9455" y="6448691"/>
            <a:ext cx="10801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5D591EB3-407D-493F-8A6B-E74825AE0D5D}" type="datetime1">
              <a:rPr lang="de-CH" smtClean="0"/>
              <a:pPr/>
              <a:t>17.03.2026</a:t>
            </a:fld>
            <a:endParaRPr lang="de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A90F4-BE6A-4B43-813B-8514C6A80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592" y="6448691"/>
            <a:ext cx="7848872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CH" dirty="0"/>
              <a:t>Präsentationstitel (Arial Regular, 10 </a:t>
            </a:r>
            <a:r>
              <a:rPr lang="de-CH" dirty="0" err="1"/>
              <a:t>pt</a:t>
            </a:r>
            <a:r>
              <a:rPr lang="de-CH" dirty="0"/>
              <a:t>/</a:t>
            </a:r>
            <a:r>
              <a:rPr lang="de-CH" dirty="0" err="1"/>
              <a:t>Zab</a:t>
            </a:r>
            <a:r>
              <a:rPr lang="de-CH" dirty="0"/>
              <a:t> 14 </a:t>
            </a:r>
            <a:r>
              <a:rPr lang="de-CH" dirty="0" err="1"/>
              <a:t>pt</a:t>
            </a:r>
            <a:r>
              <a:rPr lang="de-CH"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5AC4C-41CB-4962-8F28-46204D1D8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1384" y="6448691"/>
            <a:ext cx="504056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5"/>
                </a:solidFill>
              </a:defRPr>
            </a:lvl1pPr>
          </a:lstStyle>
          <a:p>
            <a:fld id="{412089B8-B5CE-4061-B9F1-3C6A87901BAB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87E1B-9237-476D-8BC1-EADDAC2A1CD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128" y="6407803"/>
            <a:ext cx="721398" cy="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6" r:id="rId17"/>
    <p:sldLayoutId id="2147483827" r:id="rId1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7333">
          <p15:clr>
            <a:srgbClr val="F26B43"/>
          </p15:clr>
        </p15:guide>
        <p15:guide id="4" orient="horz" pos="981">
          <p15:clr>
            <a:srgbClr val="F26B43"/>
          </p15:clr>
        </p15:guide>
        <p15:guide id="5" orient="horz" pos="3884">
          <p15:clr>
            <a:srgbClr val="F26B43"/>
          </p15:clr>
        </p15:guide>
        <p15:guide id="6" orient="horz" pos="41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FC17E-321B-4008-A509-7E5184EC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E9E9-71C8-4301-87F2-0B38A8ED3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56792"/>
            <a:ext cx="11089232" cy="4608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Textmasterformat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50027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677" r:id="rId2"/>
    <p:sldLayoutId id="2147483787" r:id="rId3"/>
    <p:sldLayoutId id="2147483788" r:id="rId4"/>
    <p:sldLayoutId id="2147483785" r:id="rId5"/>
    <p:sldLayoutId id="2147483806" r:id="rId6"/>
    <p:sldLayoutId id="2147483807" r:id="rId7"/>
    <p:sldLayoutId id="2147483782" r:id="rId8"/>
    <p:sldLayoutId id="2147483783" r:id="rId9"/>
    <p:sldLayoutId id="2147483784" r:id="rId10"/>
    <p:sldLayoutId id="2147483775" r:id="rId11"/>
    <p:sldLayoutId id="2147483774" r:id="rId12"/>
    <p:sldLayoutId id="2147483776" r:id="rId13"/>
    <p:sldLayoutId id="214748378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666" r:id="rId20"/>
    <p:sldLayoutId id="2147483698" r:id="rId21"/>
    <p:sldLayoutId id="2147483708" r:id="rId22"/>
    <p:sldLayoutId id="2147483662" r:id="rId23"/>
    <p:sldLayoutId id="2147483663" r:id="rId24"/>
    <p:sldLayoutId id="2147483686" r:id="rId25"/>
    <p:sldLayoutId id="2147483688" r:id="rId26"/>
    <p:sldLayoutId id="2147483685" r:id="rId27"/>
    <p:sldLayoutId id="2147483652" r:id="rId28"/>
    <p:sldLayoutId id="2147483687" r:id="rId29"/>
    <p:sldLayoutId id="2147483670" r:id="rId30"/>
    <p:sldLayoutId id="2147483690" r:id="rId31"/>
    <p:sldLayoutId id="2147483691" r:id="rId32"/>
    <p:sldLayoutId id="2147483671" r:id="rId33"/>
    <p:sldLayoutId id="2147483672" r:id="rId34"/>
    <p:sldLayoutId id="2147483674" r:id="rId35"/>
    <p:sldLayoutId id="2147483676" r:id="rId36"/>
    <p:sldLayoutId id="2147483679" r:id="rId37"/>
    <p:sldLayoutId id="2147483709" r:id="rId38"/>
    <p:sldLayoutId id="2147483710" r:id="rId39"/>
    <p:sldLayoutId id="2147483711" r:id="rId40"/>
    <p:sldLayoutId id="2147483718" r:id="rId41"/>
    <p:sldLayoutId id="2147483719" r:id="rId42"/>
    <p:sldLayoutId id="2147483720" r:id="rId43"/>
    <p:sldLayoutId id="2147483721" r:id="rId44"/>
    <p:sldLayoutId id="2147483772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  <p:sldLayoutId id="2147483804" r:id="rId60"/>
    <p:sldLayoutId id="2147483805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49263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698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22413" indent="-26511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2288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62163" indent="-2698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330450" indent="-2682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orient="horz" pos="482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981" userDrawn="1">
          <p15:clr>
            <a:srgbClr val="F26B43"/>
          </p15:clr>
        </p15:guide>
        <p15:guide id="5" orient="horz" pos="3884" userDrawn="1">
          <p15:clr>
            <a:srgbClr val="F26B43"/>
          </p15:clr>
        </p15:guide>
        <p15:guide id="6" orient="horz" pos="41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customXml" Target="../ink/ink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12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fr-CH" noProof="0" dirty="0">
                <a:solidFill>
                  <a:srgbClr val="CF2FB8"/>
                </a:solidFill>
              </a:rPr>
            </a:br>
            <a:r>
              <a:rPr lang="fr-CH" dirty="0">
                <a:solidFill>
                  <a:srgbClr val="FF82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Discussion du Rapport de l’État des Lieux</a:t>
            </a:r>
            <a:endParaRPr lang="fr-CH" noProof="0" dirty="0">
              <a:solidFill>
                <a:srgbClr val="CF2FB8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noProof="0" dirty="0">
                <a:cs typeface="Arial" pitchFamily="34" charset="0"/>
              </a:rPr>
              <a:t>Sécurité intégrée</a:t>
            </a:r>
            <a:endParaRPr lang="fr-CH" noProof="0" dirty="0"/>
          </a:p>
          <a:p>
            <a:r>
              <a:rPr lang="fr-CH" dirty="0"/>
              <a:t>XXX</a:t>
            </a:r>
          </a:p>
          <a:p>
            <a:r>
              <a:rPr lang="fr-CH" noProof="0" dirty="0"/>
              <a:t>2026-0</a:t>
            </a:r>
            <a:r>
              <a:rPr lang="fr-CH" dirty="0"/>
              <a:t>3-17</a:t>
            </a:r>
            <a:endParaRPr lang="fr-CH" noProof="0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97D3F855-2C9C-4BF5-9414-51F680BAB7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61002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fr-CH" b="1" noProof="0" dirty="0">
                <a:solidFill>
                  <a:schemeClr val="accent1"/>
                </a:solidFill>
                <a:cs typeface="Arial"/>
              </a:rPr>
              <a:t>Client</a:t>
            </a:r>
          </a:p>
          <a:p>
            <a:pPr>
              <a:spcAft>
                <a:spcPts val="600"/>
              </a:spcAft>
            </a:pPr>
            <a:r>
              <a:rPr lang="fr-CH" noProof="0" dirty="0">
                <a:latin typeface="Arial" pitchFamily="34" charset="0"/>
                <a:cs typeface="Arial" pitchFamily="34" charset="0"/>
              </a:rPr>
              <a:t>Xx </a:t>
            </a:r>
            <a:r>
              <a:rPr lang="fr-CH" noProof="0" dirty="0" err="1">
                <a:latin typeface="Arial" pitchFamily="34" charset="0"/>
                <a:cs typeface="Arial" pitchFamily="34" charset="0"/>
              </a:rPr>
              <a:t>Yy</a:t>
            </a:r>
            <a:r>
              <a:rPr lang="fr-CH" noProof="0" dirty="0">
                <a:latin typeface="Arial" pitchFamily="34" charset="0"/>
                <a:cs typeface="Arial" pitchFamily="34" charset="0"/>
              </a:rPr>
              <a:t>			</a:t>
            </a:r>
            <a:r>
              <a:rPr lang="fr-CH" noProof="0" dirty="0"/>
              <a:t>Directeur</a:t>
            </a:r>
            <a:r>
              <a:rPr lang="fr-CH" noProof="0" dirty="0">
                <a:cs typeface="Arial"/>
              </a:rPr>
              <a:t>, CEO</a:t>
            </a:r>
          </a:p>
          <a:p>
            <a:pPr>
              <a:spcAft>
                <a:spcPts val="600"/>
              </a:spcAft>
            </a:pPr>
            <a:r>
              <a:rPr lang="fr-CH" noProof="0" dirty="0">
                <a:latin typeface="Arial" pitchFamily="34" charset="0"/>
                <a:cs typeface="Arial" pitchFamily="34" charset="0"/>
              </a:rPr>
              <a:t>Xx </a:t>
            </a:r>
            <a:r>
              <a:rPr lang="fr-CH" noProof="0" dirty="0" err="1">
                <a:latin typeface="Arial" pitchFamily="34" charset="0"/>
                <a:cs typeface="Arial" pitchFamily="34" charset="0"/>
              </a:rPr>
              <a:t>Yy</a:t>
            </a:r>
            <a:r>
              <a:rPr lang="fr-CH" noProof="0" dirty="0">
                <a:latin typeface="Arial" pitchFamily="34" charset="0"/>
                <a:cs typeface="Arial" pitchFamily="34" charset="0"/>
              </a:rPr>
              <a:t>			</a:t>
            </a:r>
            <a:r>
              <a:rPr lang="fr-CH" noProof="0" dirty="0">
                <a:cs typeface="Arial"/>
              </a:rPr>
              <a:t>Préposé à la sécurité</a:t>
            </a:r>
            <a:endParaRPr lang="fr-CH" noProof="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600"/>
              </a:spcAft>
            </a:pPr>
            <a:endParaRPr lang="fr-CH" noProof="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endParaRPr lang="fr-CH" noProof="0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1200"/>
              </a:spcAft>
            </a:pPr>
            <a:r>
              <a:rPr lang="fr-CH" b="1" noProof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Suva</a:t>
            </a:r>
          </a:p>
          <a:p>
            <a:r>
              <a:rPr lang="fr-CH" noProof="0" dirty="0">
                <a:latin typeface="Arial" pitchFamily="34" charset="0"/>
                <a:cs typeface="Arial" pitchFamily="34" charset="0"/>
              </a:rPr>
              <a:t>Xx </a:t>
            </a:r>
            <a:r>
              <a:rPr lang="fr-CH" noProof="0" dirty="0" err="1">
                <a:latin typeface="Arial" pitchFamily="34" charset="0"/>
                <a:cs typeface="Arial" pitchFamily="34" charset="0"/>
              </a:rPr>
              <a:t>Yy</a:t>
            </a:r>
            <a:r>
              <a:rPr lang="fr-CH" noProof="0" dirty="0">
                <a:latin typeface="Arial" pitchFamily="34" charset="0"/>
                <a:cs typeface="Arial" pitchFamily="34" charset="0"/>
              </a:rPr>
              <a:t>			</a:t>
            </a:r>
            <a:r>
              <a:rPr lang="fr-CH" noProof="0" dirty="0"/>
              <a:t>Animateur de projet Suva </a:t>
            </a:r>
            <a:endParaRPr lang="fr-CH" noProof="0" dirty="0">
              <a:solidFill>
                <a:srgbClr val="000000"/>
              </a:solidFill>
              <a:latin typeface="Helvetica" pitchFamily="34" charset="0"/>
            </a:endParaRPr>
          </a:p>
          <a:p>
            <a:endParaRPr lang="fr-CH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Participants à la séance</a:t>
            </a:r>
          </a:p>
        </p:txBody>
      </p:sp>
    </p:spTree>
    <p:extLst>
      <p:ext uri="{BB962C8B-B14F-4D97-AF65-F5344CB8AC3E}">
        <p14:creationId xmlns:p14="http://schemas.microsoft.com/office/powerpoint/2010/main" val="3456011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1384" y="1556792"/>
            <a:ext cx="5256584" cy="4608513"/>
          </a:xfrm>
        </p:spPr>
        <p:txBody>
          <a:bodyPr/>
          <a:lstStyle/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CH" b="0" dirty="0"/>
              <a:t>Formulation des objectifs</a:t>
            </a:r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CH" b="0" dirty="0"/>
              <a:t>Team du projet</a:t>
            </a:r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CH" b="0" dirty="0"/>
              <a:t>Planification du projet</a:t>
            </a:r>
          </a:p>
          <a:p>
            <a:pPr marL="21600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CH" b="0" dirty="0"/>
              <a:t>Statistique des accidents</a:t>
            </a:r>
            <a:endParaRPr lang="de-CH" b="0" dirty="0"/>
          </a:p>
          <a:p>
            <a:pPr marL="216000" lvl="0" indent="-216000" fontAlgn="base"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CH" b="0" dirty="0"/>
              <a:t>Caractéristiques du rapport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b="0" dirty="0"/>
              <a:t>Résumé au management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b="0" dirty="0"/>
              <a:t>Résumé graphique de l'évaluation</a:t>
            </a:r>
          </a:p>
          <a:p>
            <a:pPr marL="216000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b="0" dirty="0"/>
              <a:t>Constatations / recommandations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dirty="0"/>
              <a:t>Acceptation du rapport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dirty="0"/>
              <a:t>Prochaine étape, Plan d’action</a:t>
            </a:r>
          </a:p>
          <a:p>
            <a:pPr marL="216000" lvl="1" indent="-216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CH" dirty="0"/>
              <a:t>Questions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3511" y="1557789"/>
            <a:ext cx="5257105" cy="460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2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Formulation des objectifs</a:t>
            </a:r>
          </a:p>
        </p:txBody>
      </p:sp>
    </p:spTree>
    <p:extLst>
      <p:ext uri="{BB962C8B-B14F-4D97-AF65-F5344CB8AC3E}">
        <p14:creationId xmlns:p14="http://schemas.microsoft.com/office/powerpoint/2010/main" val="301737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Formulation des objectifs - Projet de base «sécurité intégrée»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1384" y="1556792"/>
            <a:ext cx="10657184" cy="4608513"/>
          </a:xfrm>
        </p:spPr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Ancrage de la sécurité et santé au travail, respectivement lors des loisirs (instauration de la culture de la sécurité)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Prévention d'événements indésirables, i.e. Réduction du nombre d'accidents professionnels </a:t>
            </a:r>
            <a:br>
              <a:rPr lang="fr-CH" sz="2000" noProof="0" dirty="0">
                <a:latin typeface="Arial" pitchFamily="34" charset="0"/>
              </a:rPr>
            </a:br>
            <a:r>
              <a:rPr lang="fr-CH" sz="2000" noProof="0" dirty="0">
                <a:latin typeface="Arial" pitchFamily="34" charset="0"/>
              </a:rPr>
              <a:t>de ..%     (2016: ... </a:t>
            </a:r>
            <a:r>
              <a:rPr lang="fr-CH" sz="2000" noProof="0" dirty="0">
                <a:latin typeface="Arial" pitchFamily="34" charset="0"/>
                <a:sym typeface="Wingdings" pitchFamily="2" charset="2"/>
              </a:rPr>
              <a:t> ...</a:t>
            </a:r>
            <a:r>
              <a:rPr lang="fr-CH" sz="2000" noProof="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Réduction du nombre d'accidents non professionnels de ..%     (2016: ... </a:t>
            </a:r>
            <a:r>
              <a:rPr lang="fr-CH" sz="2000" noProof="0" dirty="0">
                <a:latin typeface="Arial" pitchFamily="34" charset="0"/>
                <a:sym typeface="Wingdings" pitchFamily="2" charset="2"/>
              </a:rPr>
              <a:t> ...</a:t>
            </a:r>
            <a:r>
              <a:rPr lang="fr-CH" sz="2000" noProof="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Réduction du nombre de jours d'absence liés aux accidents de ..%</a:t>
            </a:r>
            <a:r>
              <a:rPr lang="fr-CH" sz="2000" i="1" noProof="0" dirty="0">
                <a:latin typeface="Arial" pitchFamily="34" charset="0"/>
              </a:rPr>
              <a:t>    </a:t>
            </a:r>
            <a:r>
              <a:rPr lang="fr-CH" sz="2000" noProof="0" dirty="0">
                <a:latin typeface="Arial" pitchFamily="34" charset="0"/>
              </a:rPr>
              <a:t>(2016: ... </a:t>
            </a:r>
            <a:r>
              <a:rPr lang="fr-CH" sz="2000" noProof="0" dirty="0">
                <a:latin typeface="Arial" pitchFamily="34" charset="0"/>
                <a:sym typeface="Wingdings" pitchFamily="2" charset="2"/>
              </a:rPr>
              <a:t> ...</a:t>
            </a:r>
            <a:r>
              <a:rPr lang="fr-CH" sz="2000" noProof="0" dirty="0">
                <a:latin typeface="Arial" pitchFamily="34" charset="0"/>
              </a:rPr>
              <a:t>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Saisie, analyse et communication des presqu'accidents 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Application exhaustive des directives CFST</a:t>
            </a:r>
          </a:p>
        </p:txBody>
      </p:sp>
    </p:spTree>
    <p:extLst>
      <p:ext uri="{BB962C8B-B14F-4D97-AF65-F5344CB8AC3E}">
        <p14:creationId xmlns:p14="http://schemas.microsoft.com/office/powerpoint/2010/main" val="343592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Planification du projet</a:t>
            </a:r>
          </a:p>
        </p:txBody>
      </p:sp>
    </p:spTree>
    <p:extLst>
      <p:ext uri="{BB962C8B-B14F-4D97-AF65-F5344CB8AC3E}">
        <p14:creationId xmlns:p14="http://schemas.microsoft.com/office/powerpoint/2010/main" val="418948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Projet de base Sécurité Intégrée - Equipe de projet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52005" y="1557338"/>
          <a:ext cx="11088000" cy="46083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r>
                        <a:rPr lang="fr-CH" sz="2000" noProof="0" dirty="0">
                          <a:latin typeface="Arial" pitchFamily="34" charset="0"/>
                        </a:rPr>
                        <a:t>Chef de projet: </a:t>
                      </a:r>
                      <a:endParaRPr lang="fr-CH" sz="2000" noProof="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…..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noProof="0" dirty="0">
                          <a:latin typeface="Arial" pitchFamily="34" charset="0"/>
                        </a:rPr>
                        <a:t>(représentant</a:t>
                      </a:r>
                      <a:r>
                        <a:rPr lang="fr-CH" sz="2000" baseline="0" noProof="0" dirty="0">
                          <a:latin typeface="Arial" pitchFamily="34" charset="0"/>
                        </a:rPr>
                        <a:t> de la Direction</a:t>
                      </a:r>
                      <a:r>
                        <a:rPr lang="fr-CH" sz="2000" noProof="0" dirty="0">
                          <a:latin typeface="Arial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467">
                <a:tc rowSpan="5">
                  <a:txBody>
                    <a:bodyPr/>
                    <a:lstStyle/>
                    <a:p>
                      <a:r>
                        <a:rPr lang="fr-CH" sz="2000" noProof="0" dirty="0"/>
                        <a:t>Team de</a:t>
                      </a:r>
                      <a:r>
                        <a:rPr lang="fr-CH" sz="2000" baseline="0" noProof="0" dirty="0"/>
                        <a:t> projet</a:t>
                      </a:r>
                      <a:endParaRPr lang="fr-CH" sz="2000" noProof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000" noProof="0" dirty="0">
                          <a:latin typeface="Arial" pitchFamily="34" charset="0"/>
                        </a:rPr>
                        <a:t>(Santé,</a:t>
                      </a:r>
                      <a:r>
                        <a:rPr lang="fr-CH" sz="2000" baseline="0" noProof="0" dirty="0">
                          <a:latin typeface="Arial" pitchFamily="34" charset="0"/>
                        </a:rPr>
                        <a:t> s</a:t>
                      </a:r>
                      <a:r>
                        <a:rPr lang="fr-CH" sz="2000" noProof="0" dirty="0">
                          <a:latin typeface="Arial" pitchFamily="34" charset="0"/>
                        </a:rPr>
                        <a:t>écurité, environnement)</a:t>
                      </a:r>
                      <a:endParaRPr lang="fr-CH" sz="2000" noProof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noProof="0" dirty="0">
                          <a:latin typeface="Arial" pitchFamily="34" charset="0"/>
                        </a:rPr>
                        <a:t>(RH)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noProof="0" dirty="0">
                          <a:latin typeface="Arial" pitchFamily="34" charset="0"/>
                        </a:rPr>
                        <a:t>(Production)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2000" noProof="0" dirty="0">
                          <a:latin typeface="Arial" pitchFamily="34" charset="0"/>
                        </a:rPr>
                        <a:t>(Maintenance)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467">
                <a:tc vMerge="1">
                  <a:txBody>
                    <a:bodyPr/>
                    <a:lstStyle/>
                    <a:p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2000" dirty="0">
                          <a:latin typeface="+mn-lt"/>
                        </a:rPr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H" sz="2000" noProof="0" dirty="0"/>
                        <a:t>(Représentant</a:t>
                      </a:r>
                      <a:r>
                        <a:rPr lang="fr-CH" sz="2000" baseline="0" noProof="0" dirty="0"/>
                        <a:t> des employés</a:t>
                      </a:r>
                      <a:r>
                        <a:rPr lang="fr-CH" sz="2000" noProof="0" dirty="0"/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00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Planification générale - Projet de base </a:t>
            </a:r>
            <a:r>
              <a:rPr lang="fr-CH" dirty="0"/>
              <a:t>Sécurité Intégrée </a:t>
            </a:r>
            <a:endParaRPr lang="fr-CH" noProof="0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1530818" y="4653639"/>
            <a:ext cx="1300636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Offre signée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Kick-off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3194768" y="4651744"/>
            <a:ext cx="1547281" cy="172958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Auto-évaluation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Visite(s) de l'entreprise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XX./XX.XX.20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Revue du rapport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</p:txBody>
      </p:sp>
      <p:sp>
        <p:nvSpPr>
          <p:cNvPr id="15" name="Inhaltsplatzhalter 2"/>
          <p:cNvSpPr txBox="1">
            <a:spLocks/>
          </p:cNvSpPr>
          <p:nvPr/>
        </p:nvSpPr>
        <p:spPr>
          <a:xfrm>
            <a:off x="5032938" y="4653639"/>
            <a:ext cx="1273662" cy="1505417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Validation par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</p:txBody>
      </p:sp>
      <p:sp>
        <p:nvSpPr>
          <p:cNvPr id="16" name="Inhaltsplatzhalter 2"/>
          <p:cNvSpPr txBox="1">
            <a:spLocks/>
          </p:cNvSpPr>
          <p:nvPr/>
        </p:nvSpPr>
        <p:spPr>
          <a:xfrm>
            <a:off x="6525670" y="4651745"/>
            <a:ext cx="1708404" cy="192292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Séminaires de cadres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 / 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 / 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Séminaires d'audits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 / 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 / 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Autres séminaires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À définir</a:t>
            </a:r>
            <a:endParaRPr kumimoji="0" lang="fr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Inhaltsplatzhalter 2"/>
          <p:cNvSpPr txBox="1">
            <a:spLocks/>
          </p:cNvSpPr>
          <p:nvPr/>
        </p:nvSpPr>
        <p:spPr>
          <a:xfrm>
            <a:off x="8549117" y="4651744"/>
            <a:ext cx="1548000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Coaching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Env. tous les 4 mois</a:t>
            </a:r>
          </a:p>
        </p:txBody>
      </p:sp>
      <p:sp>
        <p:nvSpPr>
          <p:cNvPr id="18" name="Inhaltsplatzhalter 2"/>
          <p:cNvSpPr txBox="1">
            <a:spLocks/>
          </p:cNvSpPr>
          <p:nvPr/>
        </p:nvSpPr>
        <p:spPr>
          <a:xfrm>
            <a:off x="10394078" y="4653640"/>
            <a:ext cx="1030513" cy="151221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Visite de clôture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endParaRPr kumimoji="0" lang="fr-CH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srgbClr val="FF82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Discussion finale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</p:txBody>
      </p:sp>
      <p:sp>
        <p:nvSpPr>
          <p:cNvPr id="20" name="Inhaltsplatzhalter 2"/>
          <p:cNvSpPr txBox="1">
            <a:spLocks/>
          </p:cNvSpPr>
          <p:nvPr/>
        </p:nvSpPr>
        <p:spPr>
          <a:xfrm>
            <a:off x="558420" y="4653639"/>
            <a:ext cx="803170" cy="1505418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598613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5pPr>
            <a:lvl6pPr marL="2379238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6pPr>
            <a:lvl7pPr marL="2700787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7pPr>
            <a:lvl8pPr marL="3022335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8pPr>
            <a:lvl9pPr marL="3343884" indent="-228881" algn="l" defTabSz="91440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Élabo-ration</a:t>
            </a:r>
            <a:endParaRPr kumimoji="0" lang="fr-CH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 l'offre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152650" algn="l"/>
              </a:tabLst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XX.XX.20</a:t>
            </a:r>
          </a:p>
        </p:txBody>
      </p:sp>
      <p:sp>
        <p:nvSpPr>
          <p:cNvPr id="22" name="Richtungspfeil 21"/>
          <p:cNvSpPr/>
          <p:nvPr/>
        </p:nvSpPr>
        <p:spPr bwMode="auto">
          <a:xfrm>
            <a:off x="558874" y="1560970"/>
            <a:ext cx="11081741" cy="324000"/>
          </a:xfrm>
          <a:prstGeom prst="homePlate">
            <a:avLst>
              <a:gd name="adj" fmla="val 14866"/>
            </a:avLst>
          </a:prstGeom>
          <a:gradFill>
            <a:gsLst>
              <a:gs pos="559">
                <a:schemeClr val="accent1">
                  <a:lumMod val="40000"/>
                  <a:lumOff val="6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08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Durée du projet: 2 ans</a:t>
            </a:r>
          </a:p>
        </p:txBody>
      </p:sp>
      <p:sp>
        <p:nvSpPr>
          <p:cNvPr id="23" name="Richtungspfeil 22"/>
          <p:cNvSpPr/>
          <p:nvPr/>
        </p:nvSpPr>
        <p:spPr bwMode="auto">
          <a:xfrm>
            <a:off x="564573" y="1930129"/>
            <a:ext cx="950711" cy="2660269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Offre</a:t>
            </a:r>
          </a:p>
        </p:txBody>
      </p:sp>
      <p:sp>
        <p:nvSpPr>
          <p:cNvPr id="24" name="Richtungspfeil 23"/>
          <p:cNvSpPr/>
          <p:nvPr/>
        </p:nvSpPr>
        <p:spPr bwMode="auto">
          <a:xfrm>
            <a:off x="1521214" y="1933200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Décision</a:t>
            </a:r>
            <a:r>
              <a:rPr kumimoji="0" lang="de-CH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du </a:t>
            </a:r>
            <a:br>
              <a:rPr kumimoji="0" lang="de-CH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de-CH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Management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ichtungspfeil 24"/>
          <p:cNvSpPr/>
          <p:nvPr/>
        </p:nvSpPr>
        <p:spPr bwMode="auto">
          <a:xfrm>
            <a:off x="3052412" y="1933205"/>
            <a:ext cx="1901421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Analyse de la </a:t>
            </a:r>
            <a:b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situation réelle</a:t>
            </a:r>
          </a:p>
        </p:txBody>
      </p:sp>
      <p:sp>
        <p:nvSpPr>
          <p:cNvPr id="26" name="Richtungspfeil 25"/>
          <p:cNvSpPr/>
          <p:nvPr/>
        </p:nvSpPr>
        <p:spPr bwMode="auto">
          <a:xfrm>
            <a:off x="4962009" y="1933203"/>
            <a:ext cx="1521137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Plan d'action</a:t>
            </a:r>
          </a:p>
        </p:txBody>
      </p:sp>
      <p:sp>
        <p:nvSpPr>
          <p:cNvPr id="27" name="Richtungspfeil 26"/>
          <p:cNvSpPr/>
          <p:nvPr/>
        </p:nvSpPr>
        <p:spPr bwMode="auto">
          <a:xfrm>
            <a:off x="6489235" y="1931954"/>
            <a:ext cx="2044028" cy="2660272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Formations</a:t>
            </a:r>
          </a:p>
        </p:txBody>
      </p:sp>
      <p:sp>
        <p:nvSpPr>
          <p:cNvPr id="28" name="Richtungspfeil 27"/>
          <p:cNvSpPr/>
          <p:nvPr/>
        </p:nvSpPr>
        <p:spPr bwMode="auto">
          <a:xfrm>
            <a:off x="10360326" y="1933205"/>
            <a:ext cx="1280288" cy="2660269"/>
          </a:xfrm>
          <a:prstGeom prst="homePlate">
            <a:avLst>
              <a:gd name="adj" fmla="val 1486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Clôture du projet</a:t>
            </a:r>
          </a:p>
        </p:txBody>
      </p:sp>
      <p:sp>
        <p:nvSpPr>
          <p:cNvPr id="29" name="Richtungspfeil 28"/>
          <p:cNvSpPr/>
          <p:nvPr/>
        </p:nvSpPr>
        <p:spPr bwMode="auto">
          <a:xfrm>
            <a:off x="8549117" y="32724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Conseil et </a:t>
            </a:r>
            <a:r>
              <a:rPr kumimoji="0" lang="fr-CH" sz="16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contrôle</a:t>
            </a:r>
          </a:p>
        </p:txBody>
      </p:sp>
      <p:sp>
        <p:nvSpPr>
          <p:cNvPr id="30" name="Richtungspfeil 29"/>
          <p:cNvSpPr/>
          <p:nvPr/>
        </p:nvSpPr>
        <p:spPr bwMode="auto">
          <a:xfrm>
            <a:off x="8549117" y="1929990"/>
            <a:ext cx="1795355" cy="1302054"/>
          </a:xfrm>
          <a:prstGeom prst="homePlate">
            <a:avLst>
              <a:gd name="adj" fmla="val 14866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Mise en œuvre des mesures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558420" y="6445993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XX.XX.20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60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7"/>
          <p:cNvSpPr>
            <a:spLocks noChangeArrowheads="1"/>
          </p:cNvSpPr>
          <p:nvPr/>
        </p:nvSpPr>
        <p:spPr bwMode="auto">
          <a:xfrm>
            <a:off x="1767301" y="2443572"/>
            <a:ext cx="2198417" cy="2145534"/>
          </a:xfrm>
          <a:prstGeom prst="homePlate">
            <a:avLst>
              <a:gd name="adj" fmla="val 946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t" anchorCtr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8200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61" name="AutoShape 17"/>
          <p:cNvSpPr>
            <a:spLocks noChangeArrowheads="1"/>
          </p:cNvSpPr>
          <p:nvPr/>
        </p:nvSpPr>
        <p:spPr bwMode="auto">
          <a:xfrm>
            <a:off x="1764173" y="2443418"/>
            <a:ext cx="1170209" cy="2145534"/>
          </a:xfrm>
          <a:prstGeom prst="homePlate">
            <a:avLst>
              <a:gd name="adj" fmla="val 16463"/>
            </a:avLst>
          </a:prstGeom>
          <a:gradFill flip="none" rotWithShape="1">
            <a:gsLst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  <a:gs pos="25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cxnSp>
        <p:nvCxnSpPr>
          <p:cNvPr id="7" name="Gerader Verbinder 6"/>
          <p:cNvCxnSpPr/>
          <p:nvPr/>
        </p:nvCxnSpPr>
        <p:spPr bwMode="auto">
          <a:xfrm>
            <a:off x="8328344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Gerader Verbinder 7"/>
          <p:cNvCxnSpPr/>
          <p:nvPr/>
        </p:nvCxnSpPr>
        <p:spPr bwMode="auto">
          <a:xfrm>
            <a:off x="550870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Gerader Verbinder 8"/>
          <p:cNvCxnSpPr/>
          <p:nvPr/>
        </p:nvCxnSpPr>
        <p:spPr bwMode="auto">
          <a:xfrm>
            <a:off x="1526645" y="2223379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r Verbinder 9"/>
          <p:cNvCxnSpPr/>
          <p:nvPr/>
        </p:nvCxnSpPr>
        <p:spPr bwMode="auto">
          <a:xfrm>
            <a:off x="3997714" y="2267337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Gerader Verbinder 10"/>
          <p:cNvCxnSpPr/>
          <p:nvPr/>
        </p:nvCxnSpPr>
        <p:spPr bwMode="auto">
          <a:xfrm>
            <a:off x="5401785" y="2236934"/>
            <a:ext cx="0" cy="28087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Gerader Verbinder 11"/>
          <p:cNvCxnSpPr/>
          <p:nvPr/>
        </p:nvCxnSpPr>
        <p:spPr bwMode="auto">
          <a:xfrm>
            <a:off x="5589241" y="2947639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Gerader Verbinder 12"/>
          <p:cNvCxnSpPr/>
          <p:nvPr/>
        </p:nvCxnSpPr>
        <p:spPr bwMode="auto">
          <a:xfrm>
            <a:off x="10346867" y="2986435"/>
            <a:ext cx="0" cy="20980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/>
          <p:nvPr/>
        </p:nvCxnSpPr>
        <p:spPr bwMode="auto">
          <a:xfrm>
            <a:off x="11553799" y="2236934"/>
            <a:ext cx="0" cy="27952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chteck 16"/>
          <p:cNvSpPr/>
          <p:nvPr/>
        </p:nvSpPr>
        <p:spPr>
          <a:xfrm>
            <a:off x="1764172" y="3300616"/>
            <a:ext cx="1080000" cy="4289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Auto-évaluation</a:t>
            </a:r>
          </a:p>
        </p:txBody>
      </p:sp>
      <p:sp>
        <p:nvSpPr>
          <p:cNvPr id="18" name="Rechteck 17"/>
          <p:cNvSpPr/>
          <p:nvPr/>
        </p:nvSpPr>
        <p:spPr>
          <a:xfrm>
            <a:off x="2927647" y="3174339"/>
            <a:ext cx="1042929" cy="68265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Visite(s) de l'entreprise et interviews</a:t>
            </a: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10346867" y="2436114"/>
            <a:ext cx="900000" cy="591313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Autres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séminaires</a:t>
            </a:r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8328344" y="2436115"/>
            <a:ext cx="1938168" cy="58658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Séminaire(s) d'audit</a:t>
            </a:r>
          </a:p>
        </p:txBody>
      </p:sp>
      <p:sp>
        <p:nvSpPr>
          <p:cNvPr id="21" name="AutoShape 17"/>
          <p:cNvSpPr>
            <a:spLocks noChangeArrowheads="1"/>
          </p:cNvSpPr>
          <p:nvPr/>
        </p:nvSpPr>
        <p:spPr bwMode="auto">
          <a:xfrm>
            <a:off x="5879917" y="3241087"/>
            <a:ext cx="5673881" cy="576000"/>
          </a:xfrm>
          <a:prstGeom prst="homePlate">
            <a:avLst>
              <a:gd name="adj" fmla="val 2540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Mise en œuvre des mesures</a:t>
            </a: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5879917" y="4035477"/>
            <a:ext cx="5673881" cy="562095"/>
          </a:xfrm>
          <a:prstGeom prst="homePlate">
            <a:avLst>
              <a:gd name="adj" fmla="val 2540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Conseil et contrôle</a:t>
            </a:r>
          </a:p>
        </p:txBody>
      </p:sp>
      <p:sp>
        <p:nvSpPr>
          <p:cNvPr id="23" name="AutoShape 17"/>
          <p:cNvSpPr>
            <a:spLocks noChangeArrowheads="1"/>
          </p:cNvSpPr>
          <p:nvPr/>
        </p:nvSpPr>
        <p:spPr bwMode="auto">
          <a:xfrm>
            <a:off x="5589240" y="2436116"/>
            <a:ext cx="2551647" cy="591312"/>
          </a:xfrm>
          <a:prstGeom prst="homePlate">
            <a:avLst>
              <a:gd name="adj" fmla="val 25403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Séminaire(s) de cadres</a:t>
            </a:r>
          </a:p>
        </p:txBody>
      </p:sp>
      <p:sp>
        <p:nvSpPr>
          <p:cNvPr id="24" name="AutoShape 45"/>
          <p:cNvSpPr>
            <a:spLocks noChangeArrowheads="1"/>
          </p:cNvSpPr>
          <p:nvPr/>
        </p:nvSpPr>
        <p:spPr bwMode="auto">
          <a:xfrm>
            <a:off x="415803" y="1940944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5" name="AutoShape 45"/>
          <p:cNvSpPr>
            <a:spLocks noChangeArrowheads="1"/>
          </p:cNvSpPr>
          <p:nvPr/>
        </p:nvSpPr>
        <p:spPr bwMode="auto">
          <a:xfrm>
            <a:off x="1389774" y="193586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6" name="AutoShape 45"/>
          <p:cNvSpPr>
            <a:spLocks noChangeArrowheads="1"/>
          </p:cNvSpPr>
          <p:nvPr/>
        </p:nvSpPr>
        <p:spPr bwMode="auto">
          <a:xfrm>
            <a:off x="3864485" y="1939680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7" name="AutoShape 45"/>
          <p:cNvSpPr>
            <a:spLocks noChangeArrowheads="1"/>
          </p:cNvSpPr>
          <p:nvPr/>
        </p:nvSpPr>
        <p:spPr bwMode="auto">
          <a:xfrm>
            <a:off x="5262435" y="1935951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8" name="AutoShape 45"/>
          <p:cNvSpPr>
            <a:spLocks noChangeArrowheads="1"/>
          </p:cNvSpPr>
          <p:nvPr/>
        </p:nvSpPr>
        <p:spPr bwMode="auto">
          <a:xfrm>
            <a:off x="11416615" y="1935842"/>
            <a:ext cx="274368" cy="28031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1548236" y="1704416"/>
            <a:ext cx="51020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Kick-off</a:t>
            </a:r>
            <a:endParaRPr kumimoji="0" lang="de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5363451" y="1542235"/>
            <a:ext cx="13571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Validation par la Direction</a:t>
            </a:r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9741270" y="1703775"/>
            <a:ext cx="189253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Clôture et discussion finale</a:t>
            </a:r>
            <a:endParaRPr kumimoji="0" lang="fr-C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2" name="Rectangle 46"/>
          <p:cNvSpPr>
            <a:spLocks noChangeArrowheads="1"/>
          </p:cNvSpPr>
          <p:nvPr/>
        </p:nvSpPr>
        <p:spPr bwMode="auto">
          <a:xfrm>
            <a:off x="519027" y="1523121"/>
            <a:ext cx="9909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Décision du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management</a:t>
            </a:r>
          </a:p>
        </p:txBody>
      </p:sp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3976697" y="1522291"/>
            <a:ext cx="900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Revue du rapport</a:t>
            </a:r>
          </a:p>
        </p:txBody>
      </p:sp>
      <p:sp>
        <p:nvSpPr>
          <p:cNvPr id="34" name="AutoShape 17"/>
          <p:cNvSpPr>
            <a:spLocks noChangeArrowheads="1"/>
          </p:cNvSpPr>
          <p:nvPr/>
        </p:nvSpPr>
        <p:spPr bwMode="auto">
          <a:xfrm>
            <a:off x="4175747" y="2443418"/>
            <a:ext cx="1145684" cy="2160317"/>
          </a:xfrm>
          <a:prstGeom prst="homePlate">
            <a:avLst>
              <a:gd name="adj" fmla="val 17422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5" name="AutoShape 17"/>
          <p:cNvSpPr>
            <a:spLocks noChangeArrowheads="1"/>
          </p:cNvSpPr>
          <p:nvPr/>
        </p:nvSpPr>
        <p:spPr bwMode="auto">
          <a:xfrm>
            <a:off x="553913" y="2436114"/>
            <a:ext cx="977167" cy="2160000"/>
          </a:xfrm>
          <a:prstGeom prst="homePlate">
            <a:avLst>
              <a:gd name="adj" fmla="val 15201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36" name="Rechteck 35"/>
          <p:cNvSpPr/>
          <p:nvPr/>
        </p:nvSpPr>
        <p:spPr>
          <a:xfrm>
            <a:off x="495956" y="3169882"/>
            <a:ext cx="1080000" cy="8594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Constitution du team de projet et définition des objectifs</a:t>
            </a:r>
          </a:p>
        </p:txBody>
      </p:sp>
      <p:sp>
        <p:nvSpPr>
          <p:cNvPr id="37" name="Rechteck 36"/>
          <p:cNvSpPr/>
          <p:nvPr/>
        </p:nvSpPr>
        <p:spPr>
          <a:xfrm>
            <a:off x="4237767" y="3172995"/>
            <a:ext cx="1116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Élaboration du plan d'action</a:t>
            </a:r>
          </a:p>
        </p:txBody>
      </p:sp>
      <p:sp>
        <p:nvSpPr>
          <p:cNvPr id="38" name="Rechteck 37"/>
          <p:cNvSpPr/>
          <p:nvPr/>
        </p:nvSpPr>
        <p:spPr bwMode="auto">
          <a:xfrm>
            <a:off x="553428" y="5005858"/>
            <a:ext cx="722458" cy="24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XX.XX.16</a:t>
            </a:r>
          </a:p>
        </p:txBody>
      </p:sp>
      <p:sp>
        <p:nvSpPr>
          <p:cNvPr id="39" name="Rechteck 38"/>
          <p:cNvSpPr/>
          <p:nvPr/>
        </p:nvSpPr>
        <p:spPr bwMode="auto">
          <a:xfrm>
            <a:off x="1510017" y="5007446"/>
            <a:ext cx="720000" cy="249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XX.XX.20</a:t>
            </a:r>
          </a:p>
        </p:txBody>
      </p:sp>
      <p:sp>
        <p:nvSpPr>
          <p:cNvPr id="40" name="Rechteck 39"/>
          <p:cNvSpPr/>
          <p:nvPr/>
        </p:nvSpPr>
        <p:spPr bwMode="auto">
          <a:xfrm>
            <a:off x="2250323" y="5007448"/>
            <a:ext cx="720000" cy="2495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XX.XX.20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itchFamily="34" charset="0"/>
            </a:endParaRPr>
          </a:p>
        </p:txBody>
      </p:sp>
      <p:sp>
        <p:nvSpPr>
          <p:cNvPr id="41" name="Rechteck 40"/>
          <p:cNvSpPr/>
          <p:nvPr/>
        </p:nvSpPr>
        <p:spPr bwMode="auto">
          <a:xfrm>
            <a:off x="3010035" y="5000998"/>
            <a:ext cx="792000" cy="3895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XX.XX.20 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XX.XX.20</a:t>
            </a:r>
          </a:p>
        </p:txBody>
      </p:sp>
      <p:sp>
        <p:nvSpPr>
          <p:cNvPr id="42" name="Rechteck 41"/>
          <p:cNvSpPr/>
          <p:nvPr/>
        </p:nvSpPr>
        <p:spPr bwMode="auto">
          <a:xfrm>
            <a:off x="3997877" y="4999054"/>
            <a:ext cx="720000" cy="2579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13.06.20</a:t>
            </a:r>
          </a:p>
        </p:txBody>
      </p:sp>
      <p:sp>
        <p:nvSpPr>
          <p:cNvPr id="43" name="Rechteck 42"/>
          <p:cNvSpPr/>
          <p:nvPr/>
        </p:nvSpPr>
        <p:spPr bwMode="auto">
          <a:xfrm>
            <a:off x="4760754" y="4998908"/>
            <a:ext cx="648000" cy="258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Sep.20</a:t>
            </a:r>
          </a:p>
        </p:txBody>
      </p:sp>
      <p:sp>
        <p:nvSpPr>
          <p:cNvPr id="44" name="Rechteck 43"/>
          <p:cNvSpPr/>
          <p:nvPr/>
        </p:nvSpPr>
        <p:spPr bwMode="auto">
          <a:xfrm>
            <a:off x="5584382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</p:txBody>
      </p:sp>
      <p:sp>
        <p:nvSpPr>
          <p:cNvPr id="47" name="Rechteck 46"/>
          <p:cNvSpPr/>
          <p:nvPr/>
        </p:nvSpPr>
        <p:spPr bwMode="auto">
          <a:xfrm>
            <a:off x="11089814" y="4999054"/>
            <a:ext cx="455965" cy="258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2019</a:t>
            </a:r>
          </a:p>
        </p:txBody>
      </p:sp>
      <p:cxnSp>
        <p:nvCxnSpPr>
          <p:cNvPr id="48" name="Gerader Verbinder 47"/>
          <p:cNvCxnSpPr/>
          <p:nvPr/>
        </p:nvCxnSpPr>
        <p:spPr bwMode="auto">
          <a:xfrm>
            <a:off x="2952791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Gerader Verbinder 48"/>
          <p:cNvCxnSpPr/>
          <p:nvPr/>
        </p:nvCxnSpPr>
        <p:spPr bwMode="auto">
          <a:xfrm>
            <a:off x="3003218" y="3516115"/>
            <a:ext cx="0" cy="15296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Planification générale - Projet de base </a:t>
            </a:r>
            <a:r>
              <a:rPr lang="fr-CH" dirty="0"/>
              <a:t>Sécurité Intégrée </a:t>
            </a:r>
            <a:endParaRPr lang="fr-CH" noProof="0" dirty="0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1954942" y="2518893"/>
            <a:ext cx="154432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Relevé de l'état actuel</a:t>
            </a:r>
          </a:p>
        </p:txBody>
      </p:sp>
      <p:sp>
        <p:nvSpPr>
          <p:cNvPr id="63" name="Textfeld 62"/>
          <p:cNvSpPr txBox="1"/>
          <p:nvPr/>
        </p:nvSpPr>
        <p:spPr>
          <a:xfrm>
            <a:off x="551245" y="6022280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XX.XX.20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 bwMode="auto">
          <a:xfrm>
            <a:off x="6470620" y="4986212"/>
            <a:ext cx="792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XX/XX.XX.21</a:t>
            </a:r>
          </a:p>
        </p:txBody>
      </p:sp>
      <p:sp>
        <p:nvSpPr>
          <p:cNvPr id="57" name="Rechteck 56"/>
          <p:cNvSpPr/>
          <p:nvPr/>
        </p:nvSpPr>
        <p:spPr bwMode="auto">
          <a:xfrm>
            <a:off x="10338847" y="499128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</p:txBody>
      </p:sp>
      <p:sp>
        <p:nvSpPr>
          <p:cNvPr id="54" name="Rechteck 53"/>
          <p:cNvSpPr/>
          <p:nvPr/>
        </p:nvSpPr>
        <p:spPr bwMode="auto">
          <a:xfrm>
            <a:off x="8318800" y="4995976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</p:txBody>
      </p:sp>
      <p:sp>
        <p:nvSpPr>
          <p:cNvPr id="56" name="Rechteck 55"/>
          <p:cNvSpPr/>
          <p:nvPr/>
        </p:nvSpPr>
        <p:spPr bwMode="auto">
          <a:xfrm>
            <a:off x="8984273" y="4998908"/>
            <a:ext cx="588000" cy="1044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rPr>
              <a:t>XX.XX.21</a:t>
            </a:r>
          </a:p>
        </p:txBody>
      </p:sp>
    </p:spTree>
    <p:extLst>
      <p:ext uri="{BB962C8B-B14F-4D97-AF65-F5344CB8AC3E}">
        <p14:creationId xmlns:p14="http://schemas.microsoft.com/office/powerpoint/2010/main" val="403399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8712968" cy="864096"/>
          </a:xfrm>
        </p:spPr>
        <p:txBody>
          <a:bodyPr/>
          <a:lstStyle/>
          <a:p>
            <a:r>
              <a:rPr lang="fr-CH" noProof="0" dirty="0"/>
              <a:t>Planification générale - Projet de base </a:t>
            </a:r>
            <a:r>
              <a:rPr lang="fr-CH" dirty="0"/>
              <a:t>Sécurité Intégrée </a:t>
            </a:r>
            <a:endParaRPr lang="fr-CH" noProof="0" dirty="0"/>
          </a:p>
        </p:txBody>
      </p:sp>
      <p:graphicFrame>
        <p:nvGraphicFramePr>
          <p:cNvPr id="9" name="Inhaltsplatzhalter 3"/>
          <p:cNvGraphicFramePr>
            <a:graphicFrameLocks noGrp="1"/>
          </p:cNvGraphicFramePr>
          <p:nvPr>
            <p:ph idx="1"/>
          </p:nvPr>
        </p:nvGraphicFramePr>
        <p:xfrm>
          <a:off x="550862" y="980728"/>
          <a:ext cx="11088000" cy="5394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r>
                        <a:rPr lang="fr-CH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Quoi</a:t>
                      </a:r>
                      <a:endParaRPr lang="de-CH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H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Qui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Durée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H" sz="105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Délai convenu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1050" b="1" dirty="0" err="1"/>
                        <a:t>état</a:t>
                      </a:r>
                      <a:endParaRPr lang="de-CH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Planification générale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et supérieurs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CH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ebdings" panose="05030102010509060703" pitchFamily="18" charset="2"/>
                        </a:rPr>
                        <a:t>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Constitution du 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L'entreprise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Jusqu'au kick-off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Définition des objectifs et nom du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L'entreprise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Jusqu'au kick-off meeting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Séance de lancement (Kick-Off)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 / animateur du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env</a:t>
                      </a: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2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Information aux supérieurs et collaborateurs du projet SI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et supérieurs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Avant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 visite d'entreprise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19685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Traiter, remplir et retourner l'auto-évaluation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19685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Envoi des documents relatif à la visite de l'entreprise à la Suva 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Dès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réception de l'auto-évaluation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Planification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de la v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isite d'entreprise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Animateur du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Dès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réception de l'auto-évaluation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Visite </a:t>
                      </a:r>
                      <a:r>
                        <a:rPr lang="fr-CH" sz="105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d'entreprise </a:t>
                      </a: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pour l'évaluation de la situation réelle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spc="-3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animateurs du projet; 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Rendue du rapport de la situation réelle pour analyse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Animateur du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Env. 10 jours avant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 discussion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Séance de discussion sur le rapport </a:t>
                      </a: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de la situation réelle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/ Team de projet / Animateur du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env</a:t>
                      </a: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2.5 h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Séance interne / Validation du rapport de la situation réelle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/ 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env</a:t>
                      </a: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2</a:t>
                      </a:r>
                      <a:r>
                        <a:rPr lang="de-CH" sz="105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Élaboration du plan d'action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Validation du plan d'action par la Direction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/ Team de projet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semaine avant le 1</a:t>
                      </a:r>
                      <a:r>
                        <a:rPr lang="fr-CH" sz="1050" baseline="300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séminaire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Séminaire pour supérieurs 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spc="-3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animateurs du projet </a:t>
                      </a:r>
                      <a:r>
                        <a:rPr lang="fr-CH" sz="1050" spc="-3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 tous 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 supérieurs e</a:t>
                      </a:r>
                      <a:r>
                        <a:rPr lang="fr-CH" sz="1050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personnes-clé</a:t>
                      </a:r>
                      <a:endParaRPr lang="fr-CH" sz="105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fr-CH" sz="1050" noProof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jours</a:t>
                      </a: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 - XX.XX.XXXX / XX - XX.XX.XXXX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 - XX.XX.XXXX / XX - XX.XX.XXXX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marL="19685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fr-CH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Mise en œuvre des actions et mesures décidées</a:t>
                      </a:r>
                      <a:endParaRPr lang="fr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projet, supérieurs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fr-CH" sz="1050" noProof="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Dès XX.XXXX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19685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fr-CH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Séminaire d'audit de sécurité en entreprise (1 jour)</a:t>
                      </a:r>
                      <a:endParaRPr lang="fr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Animateur du projet 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supérieurs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Dès XX.XXXX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00" kern="120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Times New Roman" panose="02020603050405020304" pitchFamily="18" charset="0"/>
                        </a:rPr>
                        <a:t>Détermination des dangers en entreprise selon besoin</a:t>
                      </a:r>
                      <a:endParaRPr lang="fr-CH" sz="1000" kern="1200" noProof="0" dirty="0">
                        <a:solidFill>
                          <a:schemeClr val="dk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Animateur du projet 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CH" sz="1050" spc="-3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ous les supérieurs 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jour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Dès 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lvl="0" indent="0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fr-CH" sz="1000" kern="120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Times New Roman" panose="02020603050405020304" pitchFamily="18" charset="0"/>
                        </a:rPr>
                        <a:t>Autres séminaires et formations selon besoin: Traitement de l'événement, élaboration de règles de sécurité, etc.</a:t>
                      </a:r>
                      <a:endParaRPr lang="fr-CH" sz="1000" kern="1200" noProof="0" dirty="0">
                        <a:solidFill>
                          <a:schemeClr val="dk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Animateur du projet 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fr-CH" sz="1050" spc="-3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ous les supérieurs 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À définir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19685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fr-CH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Conseil et contrôle avec visite des lieux (Coaching)</a:t>
                      </a:r>
                      <a:endParaRPr lang="fr-CH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Team de projet / animateur du projet</a:t>
                      </a: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CH" sz="105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0.5 jour</a:t>
                      </a: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Dès XX.XXXX / env. tous les 4 mois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0" hangingPunct="1"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endParaRPr lang="de-CH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65263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marL="0" marR="0" lvl="0" indent="0" algn="l" defTabSz="6430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>
                          <a:tab pos="228600" algn="l"/>
                        </a:tabLst>
                        <a:defRPr/>
                      </a:pPr>
                      <a:r>
                        <a:rPr lang="fr-CH" sz="1000" kern="120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Times New Roman" panose="02020603050405020304" pitchFamily="18" charset="0"/>
                        </a:rPr>
                        <a:t>Clôture du projet</a:t>
                      </a:r>
                      <a:endParaRPr lang="fr-CH" sz="1000" kern="1200" noProof="0" dirty="0">
                        <a:solidFill>
                          <a:schemeClr val="dk1"/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CH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Direction / team de projet / animateur du projet</a:t>
                      </a:r>
                      <a:endParaRPr lang="fr-CH" sz="105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sz="105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XX.XX.XX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de-CH" sz="105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427910"/>
                  </a:ext>
                </a:extLst>
              </a:tr>
            </a:tbl>
          </a:graphicData>
        </a:graphic>
      </p:graphicFrame>
      <p:sp>
        <p:nvSpPr>
          <p:cNvPr id="10" name="Textfeld 9"/>
          <p:cNvSpPr txBox="1"/>
          <p:nvPr/>
        </p:nvSpPr>
        <p:spPr>
          <a:xfrm>
            <a:off x="550863" y="6555367"/>
            <a:ext cx="15248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Version XX.XX.2020 / </a:t>
            </a:r>
            <a:r>
              <a:rPr kumimoji="0" lang="de-CH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mvd</a:t>
            </a:r>
            <a:endParaRPr kumimoji="0" lang="de-C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38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793C7-D6D6-4128-8C58-6EB764E9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Déroulement de l’état des lieux</a:t>
            </a:r>
            <a:endParaRPr lang="fr-CH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40AF3A-720F-43EE-B684-270961E12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25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Statistique des accidents</a:t>
            </a:r>
          </a:p>
        </p:txBody>
      </p:sp>
    </p:spTree>
    <p:extLst>
      <p:ext uri="{BB962C8B-B14F-4D97-AF65-F5344CB8AC3E}">
        <p14:creationId xmlns:p14="http://schemas.microsoft.com/office/powerpoint/2010/main" val="411779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E26B4E-D56F-F29E-DB59-F9DA1E2B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B054D0-2159-5FD9-01B9-E4B99076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627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1052736"/>
            <a:ext cx="11090275" cy="4609057"/>
          </a:xfrm>
        </p:spPr>
        <p:txBody>
          <a:bodyPr/>
          <a:lstStyle/>
          <a:p>
            <a:pPr lvl="0" fontAlgn="base">
              <a:spcBef>
                <a:spcPts val="1000"/>
              </a:spcBef>
              <a:spcAft>
                <a:spcPct val="0"/>
              </a:spcAft>
            </a:pPr>
            <a:r>
              <a:rPr lang="fr-CH" dirty="0"/>
              <a:t>Caractéristiques du rapport</a:t>
            </a:r>
          </a:p>
        </p:txBody>
      </p:sp>
    </p:spTree>
    <p:extLst>
      <p:ext uri="{BB962C8B-B14F-4D97-AF65-F5344CB8AC3E}">
        <p14:creationId xmlns:p14="http://schemas.microsoft.com/office/powerpoint/2010/main" val="3264164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E28B7-ACB5-4E5B-B8CE-68F21FD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Auto-évaluation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6C45BF-72F8-4359-8891-9928245C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35" y="908720"/>
            <a:ext cx="9086166" cy="57719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C38BD4D3-0694-EC3E-5EF9-9AE010C3F538}"/>
                  </a:ext>
                </a:extLst>
              </p14:cNvPr>
              <p14:cNvContentPartPr/>
              <p14:nvPr/>
            </p14:nvContentPartPr>
            <p14:xfrm>
              <a:off x="2059137" y="1144957"/>
              <a:ext cx="594000" cy="9720"/>
            </p14:xfrm>
          </p:contentPart>
        </mc:Choice>
        <mc:Fallback xmlns=""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C38BD4D3-0694-EC3E-5EF9-9AE010C3F5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1497" y="1108957"/>
                <a:ext cx="6296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10BFAF51-36C0-0249-699E-E253BED8E7DF}"/>
                  </a:ext>
                </a:extLst>
              </p14:cNvPr>
              <p14:cNvContentPartPr/>
              <p14:nvPr/>
            </p14:nvContentPartPr>
            <p14:xfrm>
              <a:off x="3115737" y="2236837"/>
              <a:ext cx="360" cy="3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10BFAF51-36C0-0249-699E-E253BED8E7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97737" y="2201197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D50CD9A6-9923-3D3E-F526-E0DF2CE1082B}"/>
              </a:ext>
            </a:extLst>
          </p:cNvPr>
          <p:cNvSpPr/>
          <p:nvPr/>
        </p:nvSpPr>
        <p:spPr>
          <a:xfrm>
            <a:off x="2030558" y="1121143"/>
            <a:ext cx="671539" cy="7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H" sz="14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73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CD7DB70-398C-4AA0-9F09-4ECBF4F3D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068" y="1187944"/>
            <a:ext cx="8239000" cy="30062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21BDC37-FC1C-4222-84D1-77800247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204864"/>
            <a:ext cx="8239000" cy="3753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11A8227-5AD1-4C0C-B1ED-84A1A35D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Déroulement</a:t>
            </a:r>
            <a:r>
              <a:rPr lang="de-CH" dirty="0"/>
              <a:t> </a:t>
            </a:r>
            <a:r>
              <a:rPr lang="de-CH" dirty="0" err="1"/>
              <a:t>état</a:t>
            </a:r>
            <a:r>
              <a:rPr lang="de-CH" dirty="0"/>
              <a:t> des </a:t>
            </a:r>
            <a:r>
              <a:rPr lang="de-CH" dirty="0" err="1"/>
              <a:t>lieux</a:t>
            </a:r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496F6F-65A4-46E9-9ECA-0D132D29D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55" y="3212976"/>
            <a:ext cx="8008380" cy="32727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676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fr-CH" dirty="0"/>
              <a:t>Caractéristiques du rapport de la situation réelle</a:t>
            </a:r>
            <a:endParaRPr lang="fr-CH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Potentiels d'amélioration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/>
              <a:t>Instantané de la situation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Approche systématique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Factuel</a:t>
            </a:r>
            <a:endParaRPr lang="fr-CH" noProof="0" dirty="0">
              <a:latin typeface="Arial" pitchFamily="34" charset="0"/>
            </a:endParaRP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Mesures données par </a:t>
            </a:r>
            <a:r>
              <a:rPr lang="fr-FR" dirty="0"/>
              <a:t>ordre de priorité</a:t>
            </a:r>
            <a:endParaRPr lang="fr-CH" noProof="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06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CF1F035-CDBB-4573-BAF8-6F860C6E911C}"/>
              </a:ext>
            </a:extLst>
          </p:cNvPr>
          <p:cNvGrpSpPr/>
          <p:nvPr/>
        </p:nvGrpSpPr>
        <p:grpSpPr>
          <a:xfrm>
            <a:off x="1813124" y="1356795"/>
            <a:ext cx="8580100" cy="4725910"/>
            <a:chOff x="1813124" y="1356795"/>
            <a:chExt cx="8580100" cy="4725910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B7CA4A32-2BB1-4600-898A-2087C09DD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13124" y="3933373"/>
              <a:ext cx="1096157" cy="816744"/>
            </a:xfrm>
            <a:prstGeom prst="rect">
              <a:avLst/>
            </a:prstGeom>
          </p:spPr>
        </p:pic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7190595D-61BF-44B1-8CF0-902F14D98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7011" y="1356795"/>
              <a:ext cx="951125" cy="692566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4C7ACE23-F6C0-4987-AE0A-C5616582A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6377" y="1600840"/>
              <a:ext cx="900536" cy="679093"/>
            </a:xfrm>
            <a:prstGeom prst="rect">
              <a:avLst/>
            </a:prstGeom>
          </p:spPr>
        </p:pic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9FDC2045-040E-4381-8ACC-BD0911AE8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02355" y="2200902"/>
              <a:ext cx="835290" cy="623756"/>
            </a:xfrm>
            <a:prstGeom prst="rect">
              <a:avLst/>
            </a:prstGeom>
          </p:spPr>
        </p:pic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0A8BDF19-4622-43CC-9A48-E3E90F893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60888" y="3418828"/>
              <a:ext cx="932336" cy="692329"/>
            </a:xfrm>
            <a:prstGeom prst="rect">
              <a:avLst/>
            </a:prstGeom>
          </p:spPr>
        </p:pic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49A6F623-64F3-45E4-9336-7DECE8635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30191" y="4494315"/>
              <a:ext cx="927045" cy="676411"/>
            </a:xfrm>
            <a:prstGeom prst="rect">
              <a:avLst/>
            </a:prstGeom>
          </p:spPr>
        </p:pic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E8DD525E-8887-4BA7-B4A0-02A39B472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94116" y="5280659"/>
              <a:ext cx="1016478" cy="740767"/>
            </a:xfrm>
            <a:prstGeom prst="rect">
              <a:avLst/>
            </a:prstGeom>
          </p:spPr>
        </p:pic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85A6C624-BF36-4191-9EBA-319AC0581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5563" y="5379581"/>
              <a:ext cx="954019" cy="703124"/>
            </a:xfrm>
            <a:prstGeom prst="rect">
              <a:avLst/>
            </a:prstGeom>
          </p:spPr>
        </p:pic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C41DF8C2-DA4B-494F-BBA5-1AB4EE76E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30984" y="4878305"/>
              <a:ext cx="1089783" cy="804708"/>
            </a:xfrm>
            <a:prstGeom prst="rect">
              <a:avLst/>
            </a:prstGeom>
          </p:spPr>
        </p:pic>
        <p:pic>
          <p:nvPicPr>
            <p:cNvPr id="40" name="Grafik 39">
              <a:extLst>
                <a:ext uri="{FF2B5EF4-FFF2-40B4-BE49-F238E27FC236}">
                  <a16:creationId xmlns:a16="http://schemas.microsoft.com/office/drawing/2014/main" id="{060A9CFF-BD34-4FAE-9461-A00D2905E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06006" y="2564053"/>
              <a:ext cx="961111" cy="714425"/>
            </a:xfrm>
            <a:prstGeom prst="rect">
              <a:avLst/>
            </a:prstGeom>
          </p:spPr>
        </p:pic>
        <p:pic>
          <p:nvPicPr>
            <p:cNvPr id="41" name="Grafik 40" descr="\\suvanet.ch\dfsroot\ProfilesRDS2000\rsk\Redirection\Desktop\Gips.jpg">
              <a:extLst>
                <a:ext uri="{FF2B5EF4-FFF2-40B4-BE49-F238E27FC236}">
                  <a16:creationId xmlns:a16="http://schemas.microsoft.com/office/drawing/2014/main" id="{420FC3B4-F57D-476F-9C3D-5F5F84061302}"/>
                </a:ext>
              </a:extLst>
            </p:cNvPr>
            <p:cNvPicPr/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558782" y="1721670"/>
              <a:ext cx="752744" cy="643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>
                <a:latin typeface="Arial" pitchFamily="34" charset="0"/>
              </a:rPr>
              <a:t>Système de sécurité, directive MSST et aspects complémentaires</a:t>
            </a:r>
            <a:endParaRPr lang="fr-CH" noProof="0" dirty="0"/>
          </a:p>
        </p:txBody>
      </p:sp>
      <p:grpSp>
        <p:nvGrpSpPr>
          <p:cNvPr id="5" name="Gruppieren 4"/>
          <p:cNvGrpSpPr/>
          <p:nvPr/>
        </p:nvGrpSpPr>
        <p:grpSpPr>
          <a:xfrm>
            <a:off x="2756475" y="1982915"/>
            <a:ext cx="7040400" cy="3747713"/>
            <a:chOff x="1278871" y="1857672"/>
            <a:chExt cx="6781291" cy="3983398"/>
          </a:xfrm>
        </p:grpSpPr>
        <p:sp>
          <p:nvSpPr>
            <p:cNvPr id="16" name="Rechteck 15"/>
            <p:cNvSpPr/>
            <p:nvPr/>
          </p:nvSpPr>
          <p:spPr>
            <a:xfrm>
              <a:off x="5260414" y="4005079"/>
              <a:ext cx="2799748" cy="71952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5.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Détermination des dangers, évaluation du risque</a:t>
              </a:r>
            </a:p>
          </p:txBody>
        </p:sp>
        <p:sp>
          <p:nvSpPr>
            <p:cNvPr id="17" name="Rechteck 16"/>
            <p:cNvSpPr/>
            <p:nvPr/>
          </p:nvSpPr>
          <p:spPr>
            <a:xfrm>
              <a:off x="5258917" y="4760900"/>
              <a:ext cx="1381054" cy="108017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6.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Planification et </a:t>
              </a:r>
              <a:b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</a:b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réalisation </a:t>
              </a:r>
              <a:b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</a:b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 mesures</a:t>
              </a:r>
            </a:p>
          </p:txBody>
        </p:sp>
        <p:sp>
          <p:nvSpPr>
            <p:cNvPr id="18" name="Ellipse 17"/>
            <p:cNvSpPr/>
            <p:nvPr/>
          </p:nvSpPr>
          <p:spPr>
            <a:xfrm>
              <a:off x="3077532" y="2981789"/>
              <a:ext cx="2880349" cy="15122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Système de sécurité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995220" y="2110072"/>
              <a:ext cx="1546349" cy="60572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2.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Organisation</a:t>
              </a:r>
            </a:p>
          </p:txBody>
        </p:sp>
        <p:sp>
          <p:nvSpPr>
            <p:cNvPr id="20" name="Rechteck 19"/>
            <p:cNvSpPr/>
            <p:nvPr/>
          </p:nvSpPr>
          <p:spPr>
            <a:xfrm>
              <a:off x="6084208" y="2564880"/>
              <a:ext cx="1326614" cy="60083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3.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Formation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6300240" y="3212970"/>
              <a:ext cx="1584220" cy="82840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4.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 règles (qui créent la clarté)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707880" y="4724608"/>
              <a:ext cx="1494471" cy="93613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7.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Organisation en cas d’urgence</a:t>
              </a:r>
            </a:p>
          </p:txBody>
        </p:sp>
        <p:sp>
          <p:nvSpPr>
            <p:cNvPr id="23" name="Rechteck 22"/>
            <p:cNvSpPr/>
            <p:nvPr/>
          </p:nvSpPr>
          <p:spPr>
            <a:xfrm>
              <a:off x="3995921" y="1857672"/>
              <a:ext cx="1004187" cy="9537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Principe directeur et objectifs</a:t>
              </a:r>
            </a:p>
          </p:txBody>
        </p:sp>
        <p:sp>
          <p:nvSpPr>
            <p:cNvPr id="24" name="Rechteck 23"/>
            <p:cNvSpPr/>
            <p:nvPr/>
          </p:nvSpPr>
          <p:spPr>
            <a:xfrm>
              <a:off x="1499655" y="2905440"/>
              <a:ext cx="1402176" cy="47825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10.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Contrôles, audits</a:t>
              </a:r>
            </a:p>
          </p:txBody>
        </p:sp>
        <p:sp>
          <p:nvSpPr>
            <p:cNvPr id="25" name="Rechteck 24"/>
            <p:cNvSpPr/>
            <p:nvPr/>
          </p:nvSpPr>
          <p:spPr>
            <a:xfrm>
              <a:off x="2195670" y="4437140"/>
              <a:ext cx="1422492" cy="64814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8.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Participation</a:t>
              </a:r>
            </a:p>
          </p:txBody>
        </p:sp>
        <p:sp>
          <p:nvSpPr>
            <p:cNvPr id="27" name="Rechteck 26"/>
            <p:cNvSpPr/>
            <p:nvPr/>
          </p:nvSpPr>
          <p:spPr>
            <a:xfrm>
              <a:off x="2470462" y="1964515"/>
              <a:ext cx="1120627" cy="8284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11.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Gestion des absences</a:t>
              </a:r>
            </a:p>
          </p:txBody>
        </p:sp>
        <p:sp>
          <p:nvSpPr>
            <p:cNvPr id="26" name="Rechteck 25"/>
            <p:cNvSpPr/>
            <p:nvPr/>
          </p:nvSpPr>
          <p:spPr>
            <a:xfrm>
              <a:off x="1278871" y="3743200"/>
              <a:ext cx="1220418" cy="77055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9.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Protection de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la santé</a:t>
              </a:r>
            </a:p>
          </p:txBody>
        </p:sp>
      </p:grpSp>
      <p:sp>
        <p:nvSpPr>
          <p:cNvPr id="54" name="Rechteck 53">
            <a:extLst>
              <a:ext uri="{FF2B5EF4-FFF2-40B4-BE49-F238E27FC236}">
                <a16:creationId xmlns:a16="http://schemas.microsoft.com/office/drawing/2014/main" id="{C1FDAA38-7686-412E-B694-EB590D15B05A}"/>
              </a:ext>
            </a:extLst>
          </p:cNvPr>
          <p:cNvSpPr/>
          <p:nvPr/>
        </p:nvSpPr>
        <p:spPr>
          <a:xfrm>
            <a:off x="553125" y="5015151"/>
            <a:ext cx="2613992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</a:t>
            </a:r>
            <a:r>
              <a:rPr kumimoji="0" lang="fr-CH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12. Facultatif: sécurité durant des loisirs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  13. Facultatif: gestion de la santé en</a:t>
            </a:r>
          </a:p>
          <a:p>
            <a:pPr marL="898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85838" algn="l"/>
              </a:tabLst>
              <a:defRPr/>
            </a:pP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entreprise (GSE)</a:t>
            </a:r>
          </a:p>
          <a:p>
            <a:pPr marL="0" marR="0" lvl="0" indent="0" algn="l" defTabSz="898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+  14. Facultatif: compléments selon</a:t>
            </a:r>
            <a:b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fr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 ISO 45001</a:t>
            </a:r>
          </a:p>
        </p:txBody>
      </p:sp>
    </p:spTree>
    <p:extLst>
      <p:ext uri="{BB962C8B-B14F-4D97-AF65-F5344CB8AC3E}">
        <p14:creationId xmlns:p14="http://schemas.microsoft.com/office/powerpoint/2010/main" val="1965849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>
                <a:latin typeface="Arial" pitchFamily="34" charset="0"/>
              </a:rPr>
              <a:t>Système de sécurité </a:t>
            </a:r>
            <a:r>
              <a:rPr lang="fr-CH" dirty="0"/>
              <a:t>en entreprise</a:t>
            </a:r>
            <a:endParaRPr lang="fr-CH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51384" y="1124744"/>
            <a:ext cx="11089232" cy="4608513"/>
          </a:xfrm>
        </p:spPr>
        <p:txBody>
          <a:bodyPr/>
          <a:lstStyle/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Ligne de conduite, objectifs de sécurité et stratégie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noProof="0" dirty="0">
                <a:latin typeface="Arial" pitchFamily="34" charset="0"/>
              </a:rPr>
              <a:t>Organisation de la sécurité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Qualification, formation, information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Règles de sécurité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Détermination des phénomènes dangereux, appréciation des risques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Planification et réalisation des mesures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Organisation d'urgence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Participation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Protection de la santé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Contrôles, audits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Gestion des absences 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Sécurité durant les loisirs (facultatif)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GSE: gestion de la santé en entreprise (facultatif)</a:t>
            </a:r>
          </a:p>
          <a:p>
            <a:pPr marL="216000" indent="-216000">
              <a:spcAft>
                <a:spcPts val="7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sz="2000" dirty="0"/>
              <a:t>ISO 45001 (facultatif)</a:t>
            </a:r>
          </a:p>
        </p:txBody>
      </p:sp>
    </p:spTree>
    <p:extLst>
      <p:ext uri="{BB962C8B-B14F-4D97-AF65-F5344CB8AC3E}">
        <p14:creationId xmlns:p14="http://schemas.microsoft.com/office/powerpoint/2010/main" val="393628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EXPORT$$</a:t>
            </a:r>
          </a:p>
        </p:txBody>
      </p:sp>
    </p:spTree>
    <p:extLst>
      <p:ext uri="{BB962C8B-B14F-4D97-AF65-F5344CB8AC3E}">
        <p14:creationId xmlns:p14="http://schemas.microsoft.com/office/powerpoint/2010/main" val="185183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Acceptation du rapport</a:t>
            </a:r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4026199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 noProof="0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AB44CC26-E9EC-4D28-A4FC-2587FE735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28" t="8706" r="7246"/>
          <a:stretch/>
        </p:blipFill>
        <p:spPr>
          <a:xfrm>
            <a:off x="3215680" y="1416435"/>
            <a:ext cx="6408712" cy="4749415"/>
          </a:xfrm>
          <a:prstGeom prst="rect">
            <a:avLst/>
          </a:prstGeom>
        </p:spPr>
      </p:pic>
      <p:pic>
        <p:nvPicPr>
          <p:cNvPr id="6" name="Inhaltsplatzhalter 7">
            <a:extLst>
              <a:ext uri="{FF2B5EF4-FFF2-40B4-BE49-F238E27FC236}">
                <a16:creationId xmlns:a16="http://schemas.microsoft.com/office/drawing/2014/main" id="{A1E6BEF6-0E3C-49A0-AA82-5E36CDC17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120" t="28427" r="19852" b="54662"/>
          <a:stretch/>
        </p:blipFill>
        <p:spPr>
          <a:xfrm>
            <a:off x="5015614" y="2204864"/>
            <a:ext cx="2376264" cy="144016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5A4F4FD-3531-4A2F-8AD9-FCE86C423B88}"/>
              </a:ext>
            </a:extLst>
          </p:cNvPr>
          <p:cNvSpPr txBox="1"/>
          <p:nvPr/>
        </p:nvSpPr>
        <p:spPr>
          <a:xfrm>
            <a:off x="5087888" y="2276872"/>
            <a:ext cx="203570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Oui</a:t>
            </a:r>
            <a:endParaRPr kumimoji="0" lang="de-CH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Inhaltsplatzhalter 7">
            <a:extLst>
              <a:ext uri="{FF2B5EF4-FFF2-40B4-BE49-F238E27FC236}">
                <a16:creationId xmlns:a16="http://schemas.microsoft.com/office/drawing/2014/main" id="{2453580C-93F7-4CC3-9998-111C36970D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182" t="60183" r="18419" b="20759"/>
          <a:stretch/>
        </p:blipFill>
        <p:spPr>
          <a:xfrm>
            <a:off x="5159896" y="3924495"/>
            <a:ext cx="2304256" cy="13681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5F3012C-2CCD-41B4-8578-C0AA6BC34A81}"/>
              </a:ext>
            </a:extLst>
          </p:cNvPr>
          <p:cNvSpPr txBox="1"/>
          <p:nvPr/>
        </p:nvSpPr>
        <p:spPr>
          <a:xfrm>
            <a:off x="4979876" y="3978392"/>
            <a:ext cx="237626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</a:t>
            </a:r>
          </a:p>
        </p:txBody>
      </p:sp>
    </p:spTree>
    <p:extLst>
      <p:ext uri="{BB962C8B-B14F-4D97-AF65-F5344CB8AC3E}">
        <p14:creationId xmlns:p14="http://schemas.microsoft.com/office/powerpoint/2010/main" val="25382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Prochaine étape, </a:t>
            </a:r>
            <a:br>
              <a:rPr lang="fr-CH" noProof="0" dirty="0"/>
            </a:br>
            <a:r>
              <a:rPr lang="fr-CH" noProof="0" dirty="0"/>
              <a:t>Plan d’action</a:t>
            </a:r>
          </a:p>
        </p:txBody>
      </p:sp>
    </p:spTree>
    <p:extLst>
      <p:ext uri="{BB962C8B-B14F-4D97-AF65-F5344CB8AC3E}">
        <p14:creationId xmlns:p14="http://schemas.microsoft.com/office/powerpoint/2010/main" val="2725839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Prochaines étapes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noProof="0" dirty="0">
                <a:latin typeface="Arial" pitchFamily="34" charset="0"/>
              </a:rPr>
              <a:t>Elaboration du plan d’action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/>
              <a:t>Validation du plan d'action par la Direction jusqu’au XX.XX.XXXX</a:t>
            </a:r>
            <a:endParaRPr lang="fr-CH" noProof="0" dirty="0">
              <a:latin typeface="Arial" pitchFamily="34" charset="0"/>
            </a:endParaRP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noProof="0" dirty="0">
                <a:latin typeface="Arial" pitchFamily="34" charset="0"/>
              </a:rPr>
              <a:t>Séminaire pour supérieurs (Dates)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noProof="0" dirty="0">
                <a:latin typeface="Arial" pitchFamily="34" charset="0"/>
              </a:rPr>
              <a:t>Séminaire d’audits de sécurité (Dates)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Mise en œuvre du plan d'action</a:t>
            </a:r>
            <a:endParaRPr lang="fr-CH" noProof="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596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3" t="12" r="6238" b="-12"/>
          <a:stretch/>
        </p:blipFill>
        <p:spPr>
          <a:xfrm>
            <a:off x="6385791" y="1557338"/>
            <a:ext cx="5254825" cy="460796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>
                <a:latin typeface="Arial" pitchFamily="34" charset="0"/>
              </a:rPr>
              <a:t>Plan d'action</a:t>
            </a:r>
            <a:endParaRPr lang="fr-CH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H" noProof="0" dirty="0"/>
              <a:t>Les mesures sont définies par le team de projet.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noProof="0" dirty="0"/>
          </a:p>
          <a:p>
            <a:r>
              <a:rPr lang="fr-CH" noProof="0" dirty="0"/>
              <a:t>La base: le rapport de relevé d'état actuel.</a:t>
            </a:r>
          </a:p>
          <a:p>
            <a:endParaRPr lang="fr-CH" noProof="0" dirty="0"/>
          </a:p>
          <a:p>
            <a:r>
              <a:rPr lang="fr-CH" b="1" noProof="0" dirty="0"/>
              <a:t>Ce dont il faut tenir compte: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noProof="0" dirty="0"/>
              <a:t>Spécificités de l'entreprise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noProof="0" dirty="0"/>
              <a:t>Style de management</a:t>
            </a:r>
          </a:p>
          <a:p>
            <a:pPr marL="396000" lvl="1" indent="-21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H" noProof="0" dirty="0"/>
              <a:t>Les objectifs généraux du projet</a:t>
            </a:r>
          </a:p>
          <a:p>
            <a:endParaRPr lang="fr-CH" noProof="0" dirty="0"/>
          </a:p>
          <a:p>
            <a:r>
              <a:rPr lang="fr-CH" noProof="0" dirty="0"/>
              <a:t>Le plan d'action doit être validé par la Direction de l'entreprise.</a:t>
            </a:r>
          </a:p>
        </p:txBody>
      </p:sp>
    </p:spTree>
    <p:extLst>
      <p:ext uri="{BB962C8B-B14F-4D97-AF65-F5344CB8AC3E}">
        <p14:creationId xmlns:p14="http://schemas.microsoft.com/office/powerpoint/2010/main" val="653879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0"/>
              </a:spcAft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Elaboration du plan d’action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Définir des mesures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Fixer des priorités et les délais</a:t>
            </a:r>
          </a:p>
          <a:p>
            <a:pPr marL="216000" indent="-216000">
              <a:spcAft>
                <a:spcPts val="2000"/>
              </a:spcAft>
              <a:buFont typeface="Arial" panose="020B0604020202020204" pitchFamily="34" charset="0"/>
              <a:buChar char="•"/>
              <a:tabLst>
                <a:tab pos="215900" algn="l"/>
              </a:tabLst>
            </a:pPr>
            <a:r>
              <a:rPr lang="fr-CH" dirty="0">
                <a:latin typeface="Arial" pitchFamily="34" charset="0"/>
              </a:rPr>
              <a:t>Définir les responsabilités</a:t>
            </a:r>
            <a:endParaRPr lang="fr-CH" noProof="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98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Recherche de mesures adéquates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550863" y="1557339"/>
            <a:ext cx="5256000" cy="4608512"/>
          </a:xfrm>
        </p:spPr>
        <p:txBody>
          <a:bodyPr/>
          <a:lstStyle/>
          <a:p>
            <a:r>
              <a:rPr lang="fr-CH" dirty="0"/>
              <a:t>Faire un triage par l’équipe de projet pour définir quels points du rapport de la situation réelle sont:</a:t>
            </a:r>
          </a:p>
          <a:p>
            <a:endParaRPr lang="fr-CH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noProof="0" dirty="0"/>
              <a:t>A régler immédiatement par l’équipe de projet?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fr-CH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dirty="0"/>
              <a:t>A déléguer à la formation des supérieurs </a:t>
            </a:r>
            <a:r>
              <a:rPr lang="fr-CH" noProof="0" dirty="0"/>
              <a:t>?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fr-CH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dirty="0"/>
              <a:t>Traité par l'équipe du projet, </a:t>
            </a:r>
            <a:br>
              <a:rPr lang="fr-CH" dirty="0"/>
            </a:br>
            <a:r>
              <a:rPr lang="fr-CH" dirty="0"/>
              <a:t>date XX.XX.XXXX?</a:t>
            </a:r>
          </a:p>
          <a:p>
            <a:endParaRPr lang="fr-CH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dirty="0"/>
              <a:t>Reporté par l'équipe du projet </a:t>
            </a:r>
            <a:br>
              <a:rPr lang="fr-CH" dirty="0"/>
            </a:br>
            <a:r>
              <a:rPr lang="fr-CH" dirty="0"/>
              <a:t>(traitement à partir de 202X ou 202X)</a:t>
            </a:r>
            <a:endParaRPr lang="fr-CH" noProof="0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A947D498-5799-4E39-8663-058FDB9EB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1412776"/>
            <a:ext cx="4660874" cy="4622355"/>
          </a:xfrm>
        </p:spPr>
      </p:pic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D9D3EC8C-5F9E-4F0F-A6A0-49CF41AED00F}"/>
              </a:ext>
            </a:extLst>
          </p:cNvPr>
          <p:cNvSpPr txBox="1">
            <a:spLocks/>
          </p:cNvSpPr>
          <p:nvPr/>
        </p:nvSpPr>
        <p:spPr>
          <a:xfrm>
            <a:off x="9336360" y="6003198"/>
            <a:ext cx="2376264" cy="3253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7300" indent="-269875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24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92288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6216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0450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</a:t>
            </a:r>
            <a:r>
              <a:rPr kumimoji="0" lang="de-CH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Matrice</a:t>
            </a:r>
            <a:r>
              <a: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de-CH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d’Eisenhower</a:t>
            </a:r>
            <a:endParaRPr kumimoji="0" lang="de-CH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6388" name="Picture 4" descr="3 outils pour vous aider à gérer votre productivité – Make you happy">
            <a:extLst>
              <a:ext uri="{FF2B5EF4-FFF2-40B4-BE49-F238E27FC236}">
                <a16:creationId xmlns:a16="http://schemas.microsoft.com/office/drawing/2014/main" id="{52E4753F-55DB-4598-953D-E27F13999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034" y="1114706"/>
            <a:ext cx="5721424" cy="492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896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367217D-36A0-4B0F-8F19-1A9693B1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7761">
            <a:off x="7176120" y="4231891"/>
            <a:ext cx="3561989" cy="224367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86755" name="Rectangle 3"/>
          <p:cNvSpPr>
            <a:spLocks noGrp="1" noChangeArrowheads="1"/>
          </p:cNvSpPr>
          <p:nvPr>
            <p:ph type="title"/>
          </p:nvPr>
        </p:nvSpPr>
        <p:spPr>
          <a:xfrm>
            <a:off x="551384" y="476672"/>
            <a:ext cx="11089232" cy="864096"/>
          </a:xfrm>
        </p:spPr>
        <p:txBody>
          <a:bodyPr/>
          <a:lstStyle/>
          <a:p>
            <a:r>
              <a:rPr lang="fr-CH" dirty="0"/>
              <a:t>Élaboration d'un plan d'action</a:t>
            </a:r>
            <a:endParaRPr lang="fr-CH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B180F6-4CA6-4F6A-B19B-FBA903B760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Transfert du rapport Word sur </a:t>
            </a:r>
            <a:r>
              <a:rPr lang="fr-CH" noProof="0" dirty="0"/>
              <a:t>Excel ou autre…   (Numéro, solution possibles selon le principe d’Eisenhower)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Établir vos priorités.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Grouper les solutions ayant des points communs dans un sous-projet.</a:t>
            </a:r>
            <a:endParaRPr lang="fr-CH" noProof="0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Concept de base pour l'intégration dans le système de gestion d’entreprise</a:t>
            </a:r>
            <a:endParaRPr lang="fr-CH" noProof="0" dirty="0"/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Définir les titres des sous-projets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Formuler la tâche à faire du sous-projet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Définir le responsable du sous-projet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Créer une planification générale</a:t>
            </a: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fr-CH" dirty="0"/>
              <a:t>Estimer les coûts d'investissement</a:t>
            </a:r>
            <a:endParaRPr lang="fr-CH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EB34C0-1438-4F74-8401-95396D3DF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0468">
            <a:off x="7638279" y="1562681"/>
            <a:ext cx="3959043" cy="29581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86760" name="Text Box 8"/>
          <p:cNvSpPr txBox="1">
            <a:spLocks noChangeArrowheads="1"/>
          </p:cNvSpPr>
          <p:nvPr/>
        </p:nvSpPr>
        <p:spPr bwMode="auto">
          <a:xfrm rot="21131653">
            <a:off x="6624733" y="2126517"/>
            <a:ext cx="172743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Proposition</a:t>
            </a:r>
          </a:p>
        </p:txBody>
      </p:sp>
      <p:sp>
        <p:nvSpPr>
          <p:cNvPr id="586759" name="Oval 7"/>
          <p:cNvSpPr>
            <a:spLocks noChangeArrowheads="1"/>
          </p:cNvSpPr>
          <p:nvPr/>
        </p:nvSpPr>
        <p:spPr bwMode="auto">
          <a:xfrm rot="250783">
            <a:off x="7999412" y="5162314"/>
            <a:ext cx="2905125" cy="43180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6769" name="AutoShape 17"/>
          <p:cNvSpPr>
            <a:spLocks noChangeArrowheads="1"/>
          </p:cNvSpPr>
          <p:nvPr/>
        </p:nvSpPr>
        <p:spPr bwMode="auto">
          <a:xfrm>
            <a:off x="8853489" y="4083051"/>
            <a:ext cx="598487" cy="930275"/>
          </a:xfrm>
          <a:prstGeom prst="downArrow">
            <a:avLst>
              <a:gd name="adj1" fmla="val 50000"/>
              <a:gd name="adj2" fmla="val 38859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733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829427" y="1989386"/>
            <a:ext cx="432048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Plan d’action (Exemple)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5B9293F-8FF9-46BB-B8A6-79A49C665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836712"/>
            <a:ext cx="8550629" cy="59229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3148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93F335F-F17B-486F-9CEB-EE1ACFFB7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66" t="1510" r="24650" b="1510"/>
          <a:stretch/>
        </p:blipFill>
        <p:spPr>
          <a:xfrm>
            <a:off x="6384617" y="1557339"/>
            <a:ext cx="5256000" cy="46085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noProof="0" dirty="0"/>
              <a:t>Planification du plan d’action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sz="2400" dirty="0"/>
              <a:t>Date butoir : quand est-ce que le plan d'action sera-t-il prêt ? </a:t>
            </a:r>
          </a:p>
          <a:p>
            <a:endParaRPr lang="fr-CH" sz="2400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sz="2400" noProof="0" dirty="0"/>
              <a:t>Discussion / débat 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fr-CH" sz="2400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sz="2400" noProof="0" dirty="0"/>
              <a:t>Validation par la direction? 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endParaRPr lang="fr-CH" sz="2400" noProof="0" dirty="0"/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fr-CH" sz="2400" dirty="0"/>
              <a:t>Séminaire pour supérieurs</a:t>
            </a:r>
            <a:r>
              <a:rPr lang="fr-CH" sz="2400" noProof="0" dirty="0"/>
              <a:t>: </a:t>
            </a:r>
            <a:br>
              <a:rPr lang="fr-CH" sz="2400" noProof="0" dirty="0"/>
            </a:br>
            <a:r>
              <a:rPr lang="fr-CH" sz="2400" noProof="0" dirty="0"/>
              <a:t>XX + XX.XX.XXXX</a:t>
            </a:r>
          </a:p>
          <a:p>
            <a:endParaRPr lang="fr-CH" b="1" noProof="0" dirty="0"/>
          </a:p>
          <a:p>
            <a:endParaRPr lang="fr-CH" noProof="0" dirty="0"/>
          </a:p>
          <a:p>
            <a:endParaRPr lang="fr-CH" noProof="0" dirty="0"/>
          </a:p>
          <a:p>
            <a:endParaRPr lang="fr-CH" noProof="0" dirty="0"/>
          </a:p>
        </p:txBody>
      </p:sp>
    </p:spTree>
    <p:extLst>
      <p:ext uri="{BB962C8B-B14F-4D97-AF65-F5344CB8AC3E}">
        <p14:creationId xmlns:p14="http://schemas.microsoft.com/office/powerpoint/2010/main" val="4245750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688" y="476672"/>
            <a:ext cx="5519103" cy="55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0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NGUAGEID" val="2055"/>
</p:tagLst>
</file>

<file path=ppt/theme/theme1.xml><?xml version="1.0" encoding="utf-8"?>
<a:theme xmlns:a="http://schemas.openxmlformats.org/drawingml/2006/main" name="1_Office Theme">
  <a:themeElements>
    <a:clrScheme name="SUVA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8200"/>
      </a:accent1>
      <a:accent2>
        <a:srgbClr val="FFC180"/>
      </a:accent2>
      <a:accent3>
        <a:srgbClr val="00B8CF"/>
      </a:accent3>
      <a:accent4>
        <a:srgbClr val="80DCE7"/>
      </a:accent4>
      <a:accent5>
        <a:srgbClr val="666666"/>
      </a:accent5>
      <a:accent6>
        <a:srgbClr val="B3B3B3"/>
      </a:accent6>
      <a:hlink>
        <a:srgbClr val="44546A"/>
      </a:hlink>
      <a:folHlink>
        <a:srgbClr val="AEAB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uva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666666"/>
      </a:accent1>
      <a:accent2>
        <a:srgbClr val="FF8200"/>
      </a:accent2>
      <a:accent3>
        <a:srgbClr val="00B8CF"/>
      </a:accent3>
      <a:accent4>
        <a:srgbClr val="C1E200"/>
      </a:accent4>
      <a:accent5>
        <a:srgbClr val="EB0064"/>
      </a:accent5>
      <a:accent6>
        <a:srgbClr val="FCE300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l">
          <a:defRPr sz="14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/>
        </a:defPPr>
      </a:lstStyle>
    </a:txDef>
  </a:objectDefaults>
  <a:extraClrSchemeLst/>
  <a:custClrLst>
    <a:custClr name="Rot">
      <a:srgbClr val="F50000"/>
    </a:custClr>
    <a:custClr name="Gelb">
      <a:srgbClr val="FFD700"/>
    </a:custClr>
    <a:custClr name="Gruen">
      <a:srgbClr val="009B00"/>
    </a:custClr>
  </a:custClrLst>
  <a:extLst>
    <a:ext uri="{05A4C25C-085E-4340-85A3-A5531E510DB2}">
      <thm15:themeFamily xmlns:thm15="http://schemas.microsoft.com/office/thememl/2012/main" name="Präsentation neu 16x9" id="{E7CA00A1-A211-4154-A205-255763A27660}" vid="{A29AE915-65CE-4711-BEF6-426AF136380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400fe-f831-49a8-a009-c60ecffd4822">
      <Terms xmlns="http://schemas.microsoft.com/office/infopath/2007/PartnerControls"/>
    </lcf76f155ced4ddcb4097134ff3c332f>
    <test xmlns="4b2400fe-f831-49a8-a009-c60ecffd4822" xsi:nil="true"/>
    <TaxCatchAll xmlns="a808b08c-7c2d-4bd0-a9ec-71cceca54455" xsi:nil="true"/>
    <_Flow_SignoffStatus xmlns="4b2400fe-f831-49a8-a009-c60ecffd4822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9D6B2F2F8B184B84CD1A0E1ADAAB78" ma:contentTypeVersion="20" ma:contentTypeDescription="Ein neues Dokument erstellen." ma:contentTypeScope="" ma:versionID="3fcfa37e0be72f645c279f7488897fb0">
  <xsd:schema xmlns:xsd="http://www.w3.org/2001/XMLSchema" xmlns:xs="http://www.w3.org/2001/XMLSchema" xmlns:p="http://schemas.microsoft.com/office/2006/metadata/properties" xmlns:ns1="http://schemas.microsoft.com/sharepoint/v3" xmlns:ns2="4b2400fe-f831-49a8-a009-c60ecffd4822" xmlns:ns3="a808b08c-7c2d-4bd0-a9ec-71cceca54455" targetNamespace="http://schemas.microsoft.com/office/2006/metadata/properties" ma:root="true" ma:fieldsID="47a7f7023c42d4d432f1ab1db246cb28" ns1:_="" ns2:_="" ns3:_="">
    <xsd:import namespace="http://schemas.microsoft.com/sharepoint/v3"/>
    <xsd:import namespace="4b2400fe-f831-49a8-a009-c60ecffd4822"/>
    <xsd:import namespace="a808b08c-7c2d-4bd0-a9ec-71cceca544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tes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00fe-f831-49a8-a009-c60ecffd4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2" nillable="true" ma:displayName="Status Unterschrift" ma:internalName="Status_x0020_Unterschrift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5398598b-1692-41ba-b181-08e92b7f90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test" ma:index="21" nillable="true" ma:displayName="test" ma:format="Dropdown" ma:internalName="test" ma:percentage="FALSE">
      <xsd:simpleType>
        <xsd:restriction base="dms:Number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8b08c-7c2d-4bd0-a9ec-71cceca544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1db793e-95a7-416f-a27c-636b26f16c80}" ma:internalName="TaxCatchAll" ma:showField="CatchAllData" ma:web="a808b08c-7c2d-4bd0-a9ec-71cceca544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891001-4D14-494C-BFD9-9723B1F905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9F789D-B538-4FF2-80A8-EC7E0E8CCFDB}">
  <ds:schemaRefs>
    <ds:schemaRef ds:uri="4b2400fe-f831-49a8-a009-c60ecffd4822"/>
    <ds:schemaRef ds:uri="a808b08c-7c2d-4bd0-a9ec-71cceca544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F9DBD2-5E95-4B1C-8D5D-5ED2AFB6EDEF}">
  <ds:schemaRefs>
    <ds:schemaRef ds:uri="4b2400fe-f831-49a8-a009-c60ecffd4822"/>
    <ds:schemaRef ds:uri="a808b08c-7c2d-4bd0-a9ec-71cceca544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0f20d95-30f1-4757-92d7-5495691a0c29}" enabled="1" method="Privileged" siteId="{98616167-5668-4e66-acbf-925e81df8b0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1875</Words>
  <Application>Microsoft Office PowerPoint</Application>
  <PresentationFormat>Widescreen</PresentationFormat>
  <Paragraphs>389</Paragraphs>
  <Slides>31</Slides>
  <Notes>6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Helvetica</vt:lpstr>
      <vt:lpstr>Times New Roman</vt:lpstr>
      <vt:lpstr>Verdana</vt:lpstr>
      <vt:lpstr>1_Office Theme</vt:lpstr>
      <vt:lpstr> Discussion du Rapport de l’État des Lieux</vt:lpstr>
      <vt:lpstr>Participants à la séance</vt:lpstr>
      <vt:lpstr>Agenda</vt:lpstr>
      <vt:lpstr>Formulation des objectifs</vt:lpstr>
      <vt:lpstr>Formulation des objectifs - Projet de base «sécurité intégrée»</vt:lpstr>
      <vt:lpstr>Planification du projet</vt:lpstr>
      <vt:lpstr>Projet de base Sécurité Intégrée - Equipe de projet</vt:lpstr>
      <vt:lpstr>Planification générale - Projet de base Sécurité Intégrée </vt:lpstr>
      <vt:lpstr>Planification générale - Projet de base Sécurité Intégrée </vt:lpstr>
      <vt:lpstr>Planification générale - Projet de base Sécurité Intégrée </vt:lpstr>
      <vt:lpstr>Déroulement de l’état des lieux</vt:lpstr>
      <vt:lpstr>Statistique des accidents</vt:lpstr>
      <vt:lpstr>PowerPoint Presentation</vt:lpstr>
      <vt:lpstr>Caractéristiques du rapport</vt:lpstr>
      <vt:lpstr>Auto-évaluation</vt:lpstr>
      <vt:lpstr>Déroulement état des lieux</vt:lpstr>
      <vt:lpstr>Caractéristiques du rapport de la situation réelle</vt:lpstr>
      <vt:lpstr>Système de sécurité, directive MSST et aspects complémentaires</vt:lpstr>
      <vt:lpstr>Système de sécurité en entreprise</vt:lpstr>
      <vt:lpstr>Résumé au management</vt:lpstr>
      <vt:lpstr>Acceptation du rapport</vt:lpstr>
      <vt:lpstr>PowerPoint Presentation</vt:lpstr>
      <vt:lpstr>Prochaine étape,  Plan d’action</vt:lpstr>
      <vt:lpstr>Prochaines étapes</vt:lpstr>
      <vt:lpstr>Plan d'action</vt:lpstr>
      <vt:lpstr>Elaboration du plan d’action</vt:lpstr>
      <vt:lpstr>Recherche de mesures adéquates</vt:lpstr>
      <vt:lpstr>Élaboration d'un plan d'action</vt:lpstr>
      <vt:lpstr>Plan d’action (Exemple)</vt:lpstr>
      <vt:lpstr>Planification du plan d’action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Integrierte Sicherheit</dc:title>
  <dc:creator>Linder Vanessa (L5V)</dc:creator>
  <cp:lastModifiedBy>DeCaro Oliver (OLD)</cp:lastModifiedBy>
  <cp:revision>8</cp:revision>
  <cp:lastPrinted>2024-05-06T11:24:59Z</cp:lastPrinted>
  <dcterms:created xsi:type="dcterms:W3CDTF">2020-01-07T09:18:27Z</dcterms:created>
  <dcterms:modified xsi:type="dcterms:W3CDTF">2026-03-17T11:57:29Z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f20d95-30f1-4757-92d7-5495691a0c29_Enabled">
    <vt:lpwstr>true</vt:lpwstr>
  </property>
  <property fmtid="{D5CDD505-2E9C-101B-9397-08002B2CF9AE}" pid="3" name="MSIP_Label_40f20d95-30f1-4757-92d7-5495691a0c29_SetDate">
    <vt:lpwstr>2022-04-11T13:49:16Z</vt:lpwstr>
  </property>
  <property fmtid="{D5CDD505-2E9C-101B-9397-08002B2CF9AE}" pid="4" name="MSIP_Label_40f20d95-30f1-4757-92d7-5495691a0c29_Method">
    <vt:lpwstr>Privileged</vt:lpwstr>
  </property>
  <property fmtid="{D5CDD505-2E9C-101B-9397-08002B2CF9AE}" pid="5" name="MSIP_Label_40f20d95-30f1-4757-92d7-5495691a0c29_Name">
    <vt:lpwstr>Intern</vt:lpwstr>
  </property>
  <property fmtid="{D5CDD505-2E9C-101B-9397-08002B2CF9AE}" pid="6" name="MSIP_Label_40f20d95-30f1-4757-92d7-5495691a0c29_SiteId">
    <vt:lpwstr>98616167-5668-4e66-acbf-925e81df8b00</vt:lpwstr>
  </property>
  <property fmtid="{D5CDD505-2E9C-101B-9397-08002B2CF9AE}" pid="7" name="MSIP_Label_40f20d95-30f1-4757-92d7-5495691a0c29_ActionId">
    <vt:lpwstr>2e486fa5-bf67-4935-9e75-f82095cb8f7c</vt:lpwstr>
  </property>
  <property fmtid="{D5CDD505-2E9C-101B-9397-08002B2CF9AE}" pid="8" name="MSIP_Label_40f20d95-30f1-4757-92d7-5495691a0c29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0x010100859D6B2F2F8B184B84CD1A0E1ADAAB78</vt:lpwstr>
  </property>
</Properties>
</file>